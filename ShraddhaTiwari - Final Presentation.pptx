
<file path=[Content_Types].xml><?xml version="1.0" encoding="utf-8"?>
<Types xmlns="http://schemas.openxmlformats.org/package/2006/content-types">
  <Default Extension="jpeg" ContentType="image/jpeg"/>
  <Default Extension="JPG" ContentType="image/.jp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fonts/font1.fntdata" ContentType="application/x-fontdata"/>
  <Override PartName="/ppt/fonts/font2.fntdata" ContentType="application/x-fontdata"/>
  <Override PartName="/ppt/fonts/font3.fntdata" ContentType="application/x-fontdata"/>
  <Override PartName="/ppt/fonts/font4.fntdata" ContentType="application/x-fontdata"/>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ags/tag1.xml" ContentType="application/vnd.openxmlformats-officedocument.presentationml.tags+xml"/>
  <Override PartName="/ppt/tags/tag10.xml" ContentType="application/vnd.openxmlformats-officedocument.presentationml.tags+xml"/>
  <Override PartName="/ppt/tags/tag11.xml" ContentType="application/vnd.openxmlformats-officedocument.presentationml.tags+xml"/>
  <Override PartName="/ppt/tags/tag12.xml" ContentType="application/vnd.openxmlformats-officedocument.presentationml.tags+xml"/>
  <Override PartName="/ppt/tags/tag13.xml" ContentType="application/vnd.openxmlformats-officedocument.presentationml.tags+xml"/>
  <Override PartName="/ppt/tags/tag14.xml" ContentType="application/vnd.openxmlformats-officedocument.presentationml.tags+xml"/>
  <Override PartName="/ppt/tags/tag15.xml" ContentType="application/vnd.openxmlformats-officedocument.presentationml.tags+xml"/>
  <Override PartName="/ppt/tags/tag16.xml" ContentType="application/vnd.openxmlformats-officedocument.presentationml.tags+xml"/>
  <Override PartName="/ppt/tags/tag17.xml" ContentType="application/vnd.openxmlformats-officedocument.presentationml.tags+xml"/>
  <Override PartName="/ppt/tags/tag18.xml" ContentType="application/vnd.openxmlformats-officedocument.presentationml.tags+xml"/>
  <Override PartName="/ppt/tags/tag19.xml" ContentType="application/vnd.openxmlformats-officedocument.presentationml.tags+xml"/>
  <Override PartName="/ppt/tags/tag2.xml" ContentType="application/vnd.openxmlformats-officedocument.presentationml.tags+xml"/>
  <Override PartName="/ppt/tags/tag20.xml" ContentType="application/vnd.openxmlformats-officedocument.presentationml.tags+xml"/>
  <Override PartName="/ppt/tags/tag21.xml" ContentType="application/vnd.openxmlformats-officedocument.presentationml.tags+xml"/>
  <Override PartName="/ppt/tags/tag22.xml" ContentType="application/vnd.openxmlformats-officedocument.presentationml.tags+xml"/>
  <Override PartName="/ppt/tags/tag23.xml" ContentType="application/vnd.openxmlformats-officedocument.presentationml.tags+xml"/>
  <Override PartName="/ppt/tags/tag24.xml" ContentType="application/vnd.openxmlformats-officedocument.presentationml.tags+xml"/>
  <Override PartName="/ppt/tags/tag25.xml" ContentType="application/vnd.openxmlformats-officedocument.presentationml.tags+xml"/>
  <Override PartName="/ppt/tags/tag26.xml" ContentType="application/vnd.openxmlformats-officedocument.presentationml.tags+xml"/>
  <Override PartName="/ppt/tags/tag27.xml" ContentType="application/vnd.openxmlformats-officedocument.presentationml.tags+xml"/>
  <Override PartName="/ppt/tags/tag28.xml" ContentType="application/vnd.openxmlformats-officedocument.presentationml.tags+xml"/>
  <Override PartName="/ppt/tags/tag29.xml" ContentType="application/vnd.openxmlformats-officedocument.presentationml.tags+xml"/>
  <Override PartName="/ppt/tags/tag3.xml" ContentType="application/vnd.openxmlformats-officedocument.presentationml.tags+xml"/>
  <Override PartName="/ppt/tags/tag30.xml" ContentType="application/vnd.openxmlformats-officedocument.presentationml.tags+xml"/>
  <Override PartName="/ppt/tags/tag31.xml" ContentType="application/vnd.openxmlformats-officedocument.presentationml.tags+xml"/>
  <Override PartName="/ppt/tags/tag32.xml" ContentType="application/vnd.openxmlformats-officedocument.presentationml.tags+xml"/>
  <Override PartName="/ppt/tags/tag33.xml" ContentType="application/vnd.openxmlformats-officedocument.presentationml.tags+xml"/>
  <Override PartName="/ppt/tags/tag34.xml" ContentType="application/vnd.openxmlformats-officedocument.presentationml.tags+xml"/>
  <Override PartName="/ppt/tags/tag4.xml" ContentType="application/vnd.openxmlformats-officedocument.presentationml.tags+xml"/>
  <Override PartName="/ppt/tags/tag5.xml" ContentType="application/vnd.openxmlformats-officedocument.presentationml.tags+xml"/>
  <Override PartName="/ppt/tags/tag6.xml" ContentType="application/vnd.openxmlformats-officedocument.presentationml.tags+xml"/>
  <Override PartName="/ppt/tags/tag7.xml" ContentType="application/vnd.openxmlformats-officedocument.presentationml.tags+xml"/>
  <Override PartName="/ppt/tags/tag8.xml" ContentType="application/vnd.openxmlformats-officedocument.presentationml.tags+xml"/>
  <Override PartName="/ppt/tags/tag9.xml" ContentType="application/vnd.openxmlformats-officedocument.presentationml.tag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3" Type="http://schemas.openxmlformats.org/package/2006/relationships/metadata/core-properties" Target="docProps/core.xml"/><Relationship Id="rId2" Type="http://schemas.openxmlformats.org/officeDocument/2006/relationships/extended-properties" Target="docProps/app.xml"/><Relationship Id="rId4"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strictFirstAndLastChars="0" embedTrueTypeFonts="1" saveSubsetFonts="1" autoCompressPictures="0">
  <p:sldMasterIdLst>
    <p:sldMasterId id="2147483648" r:id="rId1"/>
  </p:sldMasterIdLst>
  <p:notesMasterIdLst>
    <p:notesMasterId r:id="rId4"/>
  </p:notesMasterIdLst>
  <p:sldIdLst>
    <p:sldId id="256" r:id="rId3"/>
    <p:sldId id="257" r:id="rId5"/>
    <p:sldId id="258" r:id="rId6"/>
    <p:sldId id="259" r:id="rId7"/>
    <p:sldId id="260" r:id="rId8"/>
    <p:sldId id="261" r:id="rId9"/>
    <p:sldId id="262" r:id="rId10"/>
    <p:sldId id="273" r:id="rId11"/>
    <p:sldId id="263" r:id="rId12"/>
    <p:sldId id="264" r:id="rId13"/>
    <p:sldId id="265" r:id="rId14"/>
    <p:sldId id="267" r:id="rId15"/>
    <p:sldId id="268" r:id="rId16"/>
    <p:sldId id="274" r:id="rId17"/>
    <p:sldId id="276" r:id="rId18"/>
    <p:sldId id="269" r:id="rId19"/>
    <p:sldId id="270" r:id="rId20"/>
    <p:sldId id="277" r:id="rId21"/>
    <p:sldId id="278" r:id="rId22"/>
    <p:sldId id="279" r:id="rId23"/>
    <p:sldId id="280" r:id="rId24"/>
    <p:sldId id="271" r:id="rId25"/>
    <p:sldId id="275" r:id="rId26"/>
    <p:sldId id="272" r:id="rId27"/>
  </p:sldIdLst>
  <p:sldSz cx="12192000" cy="6858000"/>
  <p:notesSz cx="6858000" cy="9144000"/>
  <p:embeddedFontLst>
    <p:embeddedFont>
      <p:font typeface="Calibri" panose="020F0502020204030204"/>
      <p:regular r:id="rId31"/>
    </p:embeddedFont>
    <p:embeddedFont>
      <p:font typeface="Montserrat" panose="00000500000000000000" charset="0"/>
      <p:regular r:id="rId32"/>
    </p:embeddedFont>
    <p:embeddedFont>
      <p:font typeface="Montserrat" panose="00000500000000000000"/>
      <p:regular r:id="rId33"/>
    </p:embeddedFont>
    <p:embeddedFont>
      <p:font typeface="Calibri" panose="020F0502020204030204" pitchFamily="34" charset="-122"/>
      <p:regular r:id="rId34"/>
    </p:embeddedFont>
  </p:embeddedFontLst>
  <p:defaultTex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1pPr>
    <a:lvl2pPr marR="0" lvl="1"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2pPr>
    <a:lvl3pPr marR="0" lvl="2"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3pPr>
    <a:lvl4pPr marR="0" lvl="3"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4pPr>
    <a:lvl5pPr marR="0" lvl="4"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5pPr>
    <a:lvl6pPr marR="0" lvl="5"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6pPr>
    <a:lvl7pPr marR="0" lvl="6"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7pPr>
    <a:lvl8pPr marR="0" lvl="7"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8pPr>
    <a:lvl9pPr marR="0" lvl="8"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gridSpacing cx="72008" cy="72008"/>
</p:viewPr>
</file>

<file path=ppt/_rels/presentation.xml.rels><?xml version="1.0" encoding="UTF-8" standalone="yes"?>
<Relationships xmlns="http://schemas.openxmlformats.org/package/2006/relationships"><Relationship Id="rId9" Type="http://schemas.openxmlformats.org/officeDocument/2006/relationships/slide" Target="slides/slide6.xml"/><Relationship Id="rId8" Type="http://schemas.openxmlformats.org/officeDocument/2006/relationships/slide" Target="slides/slide5.xml"/><Relationship Id="rId7" Type="http://schemas.openxmlformats.org/officeDocument/2006/relationships/slide" Target="slides/slide4.xml"/><Relationship Id="rId6" Type="http://schemas.openxmlformats.org/officeDocument/2006/relationships/slide" Target="slides/slide3.xml"/><Relationship Id="rId5" Type="http://schemas.openxmlformats.org/officeDocument/2006/relationships/slide" Target="slides/slide2.xml"/><Relationship Id="rId4" Type="http://schemas.openxmlformats.org/officeDocument/2006/relationships/notesMaster" Target="notesMasters/notesMaster1.xml"/><Relationship Id="rId34" Type="http://schemas.openxmlformats.org/officeDocument/2006/relationships/font" Target="fonts/font4.fntdata"/><Relationship Id="rId33" Type="http://schemas.openxmlformats.org/officeDocument/2006/relationships/font" Target="fonts/font3.fntdata"/><Relationship Id="rId32" Type="http://schemas.openxmlformats.org/officeDocument/2006/relationships/font" Target="fonts/font2.fntdata"/><Relationship Id="rId31" Type="http://schemas.openxmlformats.org/officeDocument/2006/relationships/font" Target="fonts/font1.fntdata"/><Relationship Id="rId30" Type="http://schemas.openxmlformats.org/officeDocument/2006/relationships/tableStyles" Target="tableStyles.xml"/><Relationship Id="rId3" Type="http://schemas.openxmlformats.org/officeDocument/2006/relationships/slide" Target="slides/slide1.xml"/><Relationship Id="rId29" Type="http://schemas.openxmlformats.org/officeDocument/2006/relationships/viewProps" Target="viewProps.xml"/><Relationship Id="rId28" Type="http://schemas.openxmlformats.org/officeDocument/2006/relationships/presProps" Target="presProps.xml"/><Relationship Id="rId27" Type="http://schemas.openxmlformats.org/officeDocument/2006/relationships/slide" Target="slides/slide24.xml"/><Relationship Id="rId26" Type="http://schemas.openxmlformats.org/officeDocument/2006/relationships/slide" Target="slides/slide23.xml"/><Relationship Id="rId25" Type="http://schemas.openxmlformats.org/officeDocument/2006/relationships/slide" Target="slides/slide22.xml"/><Relationship Id="rId24" Type="http://schemas.openxmlformats.org/officeDocument/2006/relationships/slide" Target="slides/slide21.xml"/><Relationship Id="rId23" Type="http://schemas.openxmlformats.org/officeDocument/2006/relationships/slide" Target="slides/slide20.xml"/><Relationship Id="rId22" Type="http://schemas.openxmlformats.org/officeDocument/2006/relationships/slide" Target="slides/slide19.xml"/><Relationship Id="rId21" Type="http://schemas.openxmlformats.org/officeDocument/2006/relationships/slide" Target="slides/slide18.xml"/><Relationship Id="rId20" Type="http://schemas.openxmlformats.org/officeDocument/2006/relationships/slide" Target="slides/slide17.xml"/><Relationship Id="rId2" Type="http://schemas.openxmlformats.org/officeDocument/2006/relationships/theme" Target="theme/theme1.xml"/><Relationship Id="rId19" Type="http://schemas.openxmlformats.org/officeDocument/2006/relationships/slide" Target="slides/slide16.xml"/><Relationship Id="rId18" Type="http://schemas.openxmlformats.org/officeDocument/2006/relationships/slide" Target="slides/slide15.xml"/><Relationship Id="rId17" Type="http://schemas.openxmlformats.org/officeDocument/2006/relationships/slide" Target="slides/slide14.xml"/><Relationship Id="rId16" Type="http://schemas.openxmlformats.org/officeDocument/2006/relationships/slide" Target="slides/slide13.xml"/><Relationship Id="rId15" Type="http://schemas.openxmlformats.org/officeDocument/2006/relationships/slide" Target="slides/slide12.xml"/><Relationship Id="rId14" Type="http://schemas.openxmlformats.org/officeDocument/2006/relationships/slide" Target="slides/slide11.xml"/><Relationship Id="rId13" Type="http://schemas.openxmlformats.org/officeDocument/2006/relationships/slide" Target="slides/slide10.xml"/><Relationship Id="rId12" Type="http://schemas.openxmlformats.org/officeDocument/2006/relationships/slide" Target="slides/slide9.xml"/><Relationship Id="rId11" Type="http://schemas.openxmlformats.org/officeDocument/2006/relationships/slide" Target="slides/slide8.xml"/><Relationship Id="rId10" Type="http://schemas.openxmlformats.org/officeDocument/2006/relationships/slide" Target="slides/slide7.xml"/><Relationship Id="rId1" Type="http://schemas.openxmlformats.org/officeDocument/2006/relationships/slideMaster" Target="slideMasters/slideMaster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2" name="Shape 2"/>
        <p:cNvGrpSpPr/>
        <p:nvPr/>
      </p:nvGrpSpPr>
      <p:grpSpPr>
        <a:xfrm>
          <a:off x="0" y="0"/>
          <a:ext cx="0" cy="0"/>
          <a:chOff x="0" y="0"/>
          <a:chExt cx="0" cy="0"/>
        </a:xfrm>
      </p:grpSpPr>
      <p:sp>
        <p:nvSpPr>
          <p:cNvPr id="3" name="Google Shape;3;n"/>
          <p:cNvSpPr txBox="1"/>
          <p:nvPr>
            <p:ph type="hdr" idx="2"/>
          </p:nvPr>
        </p:nvSpPr>
        <p:spPr>
          <a:xfrm>
            <a:off x="0" y="0"/>
            <a:ext cx="2971800" cy="458788"/>
          </a:xfrm>
          <a:prstGeom prst="rect">
            <a:avLst/>
          </a:prstGeom>
          <a:noFill/>
          <a:ln>
            <a:noFill/>
          </a:ln>
        </p:spPr>
        <p:txBody>
          <a:bodyPr spcFirstLastPara="1" wrap="square" lIns="91425" tIns="45700" rIns="91425" bIns="45700" anchor="t" anchorCtr="0">
            <a:noAutofit/>
          </a:bodyPr>
          <a:lstStyle>
            <a:lvl1pPr marR="0" lvl="0" algn="l" rtl="0">
              <a:lnSpc>
                <a:spcPct val="100000"/>
              </a:lnSpc>
              <a:spcBef>
                <a:spcPts val="0"/>
              </a:spcBef>
              <a:spcAft>
                <a:spcPts val="0"/>
              </a:spcAft>
              <a:buClr>
                <a:srgbClr val="000000"/>
              </a:buClr>
              <a:buSzPts val="1400"/>
              <a:buFont typeface="Arial" panose="020B0604020202020204"/>
              <a:buNone/>
              <a:defRPr sz="12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1pPr>
            <a:lvl2pPr marR="0" lvl="1" algn="l" rtl="0">
              <a:lnSpc>
                <a:spcPct val="100000"/>
              </a:lnSpc>
              <a:spcBef>
                <a:spcPts val="0"/>
              </a:spcBef>
              <a:spcAft>
                <a:spcPts val="0"/>
              </a:spcAft>
              <a:buClr>
                <a:srgbClr val="000000"/>
              </a:buClr>
              <a:buSzPts val="1400"/>
              <a:buFont typeface="Arial" panose="020B0604020202020204"/>
              <a:buNone/>
              <a:defRPr sz="18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2pPr>
            <a:lvl3pPr marR="0" lvl="2" algn="l" rtl="0">
              <a:lnSpc>
                <a:spcPct val="100000"/>
              </a:lnSpc>
              <a:spcBef>
                <a:spcPts val="0"/>
              </a:spcBef>
              <a:spcAft>
                <a:spcPts val="0"/>
              </a:spcAft>
              <a:buClr>
                <a:srgbClr val="000000"/>
              </a:buClr>
              <a:buSzPts val="1400"/>
              <a:buFont typeface="Arial" panose="020B0604020202020204"/>
              <a:buNone/>
              <a:defRPr sz="18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3pPr>
            <a:lvl4pPr marR="0" lvl="3" algn="l" rtl="0">
              <a:lnSpc>
                <a:spcPct val="100000"/>
              </a:lnSpc>
              <a:spcBef>
                <a:spcPts val="0"/>
              </a:spcBef>
              <a:spcAft>
                <a:spcPts val="0"/>
              </a:spcAft>
              <a:buClr>
                <a:srgbClr val="000000"/>
              </a:buClr>
              <a:buSzPts val="1400"/>
              <a:buFont typeface="Arial" panose="020B0604020202020204"/>
              <a:buNone/>
              <a:defRPr sz="18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4pPr>
            <a:lvl5pPr marR="0" lvl="4" algn="l" rtl="0">
              <a:lnSpc>
                <a:spcPct val="100000"/>
              </a:lnSpc>
              <a:spcBef>
                <a:spcPts val="0"/>
              </a:spcBef>
              <a:spcAft>
                <a:spcPts val="0"/>
              </a:spcAft>
              <a:buClr>
                <a:srgbClr val="000000"/>
              </a:buClr>
              <a:buSzPts val="1400"/>
              <a:buFont typeface="Arial" panose="020B0604020202020204"/>
              <a:buNone/>
              <a:defRPr sz="18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5pPr>
            <a:lvl6pPr marR="0" lvl="5" algn="l" rtl="0">
              <a:lnSpc>
                <a:spcPct val="100000"/>
              </a:lnSpc>
              <a:spcBef>
                <a:spcPts val="0"/>
              </a:spcBef>
              <a:spcAft>
                <a:spcPts val="0"/>
              </a:spcAft>
              <a:buClr>
                <a:srgbClr val="000000"/>
              </a:buClr>
              <a:buSzPts val="1400"/>
              <a:buFont typeface="Arial" panose="020B0604020202020204"/>
              <a:buNone/>
              <a:defRPr sz="18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6pPr>
            <a:lvl7pPr marR="0" lvl="6" algn="l" rtl="0">
              <a:lnSpc>
                <a:spcPct val="100000"/>
              </a:lnSpc>
              <a:spcBef>
                <a:spcPts val="0"/>
              </a:spcBef>
              <a:spcAft>
                <a:spcPts val="0"/>
              </a:spcAft>
              <a:buClr>
                <a:srgbClr val="000000"/>
              </a:buClr>
              <a:buSzPts val="1400"/>
              <a:buFont typeface="Arial" panose="020B0604020202020204"/>
              <a:buNone/>
              <a:defRPr sz="18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7pPr>
            <a:lvl8pPr marR="0" lvl="7" algn="l" rtl="0">
              <a:lnSpc>
                <a:spcPct val="100000"/>
              </a:lnSpc>
              <a:spcBef>
                <a:spcPts val="0"/>
              </a:spcBef>
              <a:spcAft>
                <a:spcPts val="0"/>
              </a:spcAft>
              <a:buClr>
                <a:srgbClr val="000000"/>
              </a:buClr>
              <a:buSzPts val="1400"/>
              <a:buFont typeface="Arial" panose="020B0604020202020204"/>
              <a:buNone/>
              <a:defRPr sz="18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8pPr>
            <a:lvl9pPr marR="0" lvl="8" algn="l" rtl="0">
              <a:lnSpc>
                <a:spcPct val="100000"/>
              </a:lnSpc>
              <a:spcBef>
                <a:spcPts val="0"/>
              </a:spcBef>
              <a:spcAft>
                <a:spcPts val="0"/>
              </a:spcAft>
              <a:buClr>
                <a:srgbClr val="000000"/>
              </a:buClr>
              <a:buSzPts val="1400"/>
              <a:buFont typeface="Arial" panose="020B0604020202020204"/>
              <a:buNone/>
              <a:defRPr sz="18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9pPr>
          </a:lstStyle>
          <a:p/>
        </p:txBody>
      </p:sp>
      <p:sp>
        <p:nvSpPr>
          <p:cNvPr id="4" name="Google Shape;4;n"/>
          <p:cNvSpPr txBox="1"/>
          <p:nvPr>
            <p:ph type="dt" idx="10"/>
          </p:nvPr>
        </p:nvSpPr>
        <p:spPr>
          <a:xfrm>
            <a:off x="3884613" y="0"/>
            <a:ext cx="2971800" cy="458788"/>
          </a:xfrm>
          <a:prstGeom prst="rect">
            <a:avLst/>
          </a:prstGeom>
          <a:noFill/>
          <a:ln>
            <a:noFill/>
          </a:ln>
        </p:spPr>
        <p:txBody>
          <a:bodyPr spcFirstLastPara="1" wrap="square" lIns="91425" tIns="45700" rIns="91425" bIns="45700" anchor="t" anchorCtr="0">
            <a:noAutofit/>
          </a:bodyPr>
          <a:lstStyle>
            <a:lvl1pPr marR="0" lvl="0" algn="r" rtl="0">
              <a:lnSpc>
                <a:spcPct val="100000"/>
              </a:lnSpc>
              <a:spcBef>
                <a:spcPts val="0"/>
              </a:spcBef>
              <a:spcAft>
                <a:spcPts val="0"/>
              </a:spcAft>
              <a:buClr>
                <a:srgbClr val="000000"/>
              </a:buClr>
              <a:buSzPts val="1400"/>
              <a:buFont typeface="Arial" panose="020B0604020202020204"/>
              <a:buNone/>
              <a:defRPr sz="12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1pPr>
            <a:lvl2pPr marR="0" lvl="1" algn="l" rtl="0">
              <a:lnSpc>
                <a:spcPct val="100000"/>
              </a:lnSpc>
              <a:spcBef>
                <a:spcPts val="0"/>
              </a:spcBef>
              <a:spcAft>
                <a:spcPts val="0"/>
              </a:spcAft>
              <a:buClr>
                <a:srgbClr val="000000"/>
              </a:buClr>
              <a:buSzPts val="1400"/>
              <a:buFont typeface="Arial" panose="020B0604020202020204"/>
              <a:buNone/>
              <a:defRPr sz="18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2pPr>
            <a:lvl3pPr marR="0" lvl="2" algn="l" rtl="0">
              <a:lnSpc>
                <a:spcPct val="100000"/>
              </a:lnSpc>
              <a:spcBef>
                <a:spcPts val="0"/>
              </a:spcBef>
              <a:spcAft>
                <a:spcPts val="0"/>
              </a:spcAft>
              <a:buClr>
                <a:srgbClr val="000000"/>
              </a:buClr>
              <a:buSzPts val="1400"/>
              <a:buFont typeface="Arial" panose="020B0604020202020204"/>
              <a:buNone/>
              <a:defRPr sz="18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3pPr>
            <a:lvl4pPr marR="0" lvl="3" algn="l" rtl="0">
              <a:lnSpc>
                <a:spcPct val="100000"/>
              </a:lnSpc>
              <a:spcBef>
                <a:spcPts val="0"/>
              </a:spcBef>
              <a:spcAft>
                <a:spcPts val="0"/>
              </a:spcAft>
              <a:buClr>
                <a:srgbClr val="000000"/>
              </a:buClr>
              <a:buSzPts val="1400"/>
              <a:buFont typeface="Arial" panose="020B0604020202020204"/>
              <a:buNone/>
              <a:defRPr sz="18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4pPr>
            <a:lvl5pPr marR="0" lvl="4" algn="l" rtl="0">
              <a:lnSpc>
                <a:spcPct val="100000"/>
              </a:lnSpc>
              <a:spcBef>
                <a:spcPts val="0"/>
              </a:spcBef>
              <a:spcAft>
                <a:spcPts val="0"/>
              </a:spcAft>
              <a:buClr>
                <a:srgbClr val="000000"/>
              </a:buClr>
              <a:buSzPts val="1400"/>
              <a:buFont typeface="Arial" panose="020B0604020202020204"/>
              <a:buNone/>
              <a:defRPr sz="18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5pPr>
            <a:lvl6pPr marR="0" lvl="5" algn="l" rtl="0">
              <a:lnSpc>
                <a:spcPct val="100000"/>
              </a:lnSpc>
              <a:spcBef>
                <a:spcPts val="0"/>
              </a:spcBef>
              <a:spcAft>
                <a:spcPts val="0"/>
              </a:spcAft>
              <a:buClr>
                <a:srgbClr val="000000"/>
              </a:buClr>
              <a:buSzPts val="1400"/>
              <a:buFont typeface="Arial" panose="020B0604020202020204"/>
              <a:buNone/>
              <a:defRPr sz="18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6pPr>
            <a:lvl7pPr marR="0" lvl="6" algn="l" rtl="0">
              <a:lnSpc>
                <a:spcPct val="100000"/>
              </a:lnSpc>
              <a:spcBef>
                <a:spcPts val="0"/>
              </a:spcBef>
              <a:spcAft>
                <a:spcPts val="0"/>
              </a:spcAft>
              <a:buClr>
                <a:srgbClr val="000000"/>
              </a:buClr>
              <a:buSzPts val="1400"/>
              <a:buFont typeface="Arial" panose="020B0604020202020204"/>
              <a:buNone/>
              <a:defRPr sz="18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7pPr>
            <a:lvl8pPr marR="0" lvl="7" algn="l" rtl="0">
              <a:lnSpc>
                <a:spcPct val="100000"/>
              </a:lnSpc>
              <a:spcBef>
                <a:spcPts val="0"/>
              </a:spcBef>
              <a:spcAft>
                <a:spcPts val="0"/>
              </a:spcAft>
              <a:buClr>
                <a:srgbClr val="000000"/>
              </a:buClr>
              <a:buSzPts val="1400"/>
              <a:buFont typeface="Arial" panose="020B0604020202020204"/>
              <a:buNone/>
              <a:defRPr sz="18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8pPr>
            <a:lvl9pPr marR="0" lvl="8" algn="l" rtl="0">
              <a:lnSpc>
                <a:spcPct val="100000"/>
              </a:lnSpc>
              <a:spcBef>
                <a:spcPts val="0"/>
              </a:spcBef>
              <a:spcAft>
                <a:spcPts val="0"/>
              </a:spcAft>
              <a:buClr>
                <a:srgbClr val="000000"/>
              </a:buClr>
              <a:buSzPts val="1400"/>
              <a:buFont typeface="Arial" panose="020B0604020202020204"/>
              <a:buNone/>
              <a:defRPr sz="18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9pPr>
          </a:lstStyle>
          <a:p/>
        </p:txBody>
      </p:sp>
      <p:sp>
        <p:nvSpPr>
          <p:cNvPr id="5" name="Google Shape;5;n"/>
          <p:cNvSpPr/>
          <p:nvPr>
            <p:ph type="sldImg" idx="3"/>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6" name="Google Shape;6;n"/>
          <p:cNvSpPr txBox="1"/>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lvl1pPr marL="457200" marR="0" lvl="0" indent="-228600" algn="l" rtl="0">
              <a:lnSpc>
                <a:spcPct val="100000"/>
              </a:lnSpc>
              <a:spcBef>
                <a:spcPts val="0"/>
              </a:spcBef>
              <a:spcAft>
                <a:spcPts val="0"/>
              </a:spcAft>
              <a:buClr>
                <a:srgbClr val="000000"/>
              </a:buClr>
              <a:buSzPts val="1400"/>
              <a:buFont typeface="Arial" panose="020B0604020202020204"/>
              <a:buNone/>
              <a:defRPr sz="12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1pPr>
            <a:lvl2pPr marL="914400" marR="0" lvl="1" indent="-228600" algn="l" rtl="0">
              <a:lnSpc>
                <a:spcPct val="100000"/>
              </a:lnSpc>
              <a:spcBef>
                <a:spcPts val="0"/>
              </a:spcBef>
              <a:spcAft>
                <a:spcPts val="0"/>
              </a:spcAft>
              <a:buClr>
                <a:srgbClr val="000000"/>
              </a:buClr>
              <a:buSzPts val="1400"/>
              <a:buFont typeface="Arial" panose="020B0604020202020204"/>
              <a:buNone/>
              <a:defRPr sz="12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2pPr>
            <a:lvl3pPr marL="1371600" marR="0" lvl="2" indent="-228600" algn="l" rtl="0">
              <a:lnSpc>
                <a:spcPct val="100000"/>
              </a:lnSpc>
              <a:spcBef>
                <a:spcPts val="0"/>
              </a:spcBef>
              <a:spcAft>
                <a:spcPts val="0"/>
              </a:spcAft>
              <a:buClr>
                <a:srgbClr val="000000"/>
              </a:buClr>
              <a:buSzPts val="1400"/>
              <a:buFont typeface="Arial" panose="020B0604020202020204"/>
              <a:buNone/>
              <a:defRPr sz="12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3pPr>
            <a:lvl4pPr marL="1828800" marR="0" lvl="3" indent="-228600" algn="l" rtl="0">
              <a:lnSpc>
                <a:spcPct val="100000"/>
              </a:lnSpc>
              <a:spcBef>
                <a:spcPts val="0"/>
              </a:spcBef>
              <a:spcAft>
                <a:spcPts val="0"/>
              </a:spcAft>
              <a:buClr>
                <a:srgbClr val="000000"/>
              </a:buClr>
              <a:buSzPts val="1400"/>
              <a:buFont typeface="Arial" panose="020B0604020202020204"/>
              <a:buNone/>
              <a:defRPr sz="12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4pPr>
            <a:lvl5pPr marL="2286000" marR="0" lvl="4" indent="-228600" algn="l" rtl="0">
              <a:lnSpc>
                <a:spcPct val="100000"/>
              </a:lnSpc>
              <a:spcBef>
                <a:spcPts val="0"/>
              </a:spcBef>
              <a:spcAft>
                <a:spcPts val="0"/>
              </a:spcAft>
              <a:buClr>
                <a:srgbClr val="000000"/>
              </a:buClr>
              <a:buSzPts val="1400"/>
              <a:buFont typeface="Arial" panose="020B0604020202020204"/>
              <a:buNone/>
              <a:defRPr sz="12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5pPr>
            <a:lvl6pPr marL="2743200" marR="0" lvl="5" indent="-228600" algn="l" rtl="0">
              <a:lnSpc>
                <a:spcPct val="100000"/>
              </a:lnSpc>
              <a:spcBef>
                <a:spcPts val="0"/>
              </a:spcBef>
              <a:spcAft>
                <a:spcPts val="0"/>
              </a:spcAft>
              <a:buClr>
                <a:srgbClr val="000000"/>
              </a:buClr>
              <a:buSzPts val="1400"/>
              <a:buFont typeface="Arial" panose="020B0604020202020204"/>
              <a:buNone/>
              <a:defRPr sz="12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6pPr>
            <a:lvl7pPr marL="3200400" marR="0" lvl="6" indent="-228600" algn="l" rtl="0">
              <a:lnSpc>
                <a:spcPct val="100000"/>
              </a:lnSpc>
              <a:spcBef>
                <a:spcPts val="0"/>
              </a:spcBef>
              <a:spcAft>
                <a:spcPts val="0"/>
              </a:spcAft>
              <a:buClr>
                <a:srgbClr val="000000"/>
              </a:buClr>
              <a:buSzPts val="1400"/>
              <a:buFont typeface="Arial" panose="020B0604020202020204"/>
              <a:buNone/>
              <a:defRPr sz="12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7pPr>
            <a:lvl8pPr marL="3657600" marR="0" lvl="7" indent="-228600" algn="l" rtl="0">
              <a:lnSpc>
                <a:spcPct val="100000"/>
              </a:lnSpc>
              <a:spcBef>
                <a:spcPts val="0"/>
              </a:spcBef>
              <a:spcAft>
                <a:spcPts val="0"/>
              </a:spcAft>
              <a:buClr>
                <a:srgbClr val="000000"/>
              </a:buClr>
              <a:buSzPts val="1400"/>
              <a:buFont typeface="Arial" panose="020B0604020202020204"/>
              <a:buNone/>
              <a:defRPr sz="12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8pPr>
            <a:lvl9pPr marL="4114800" marR="0" lvl="8" indent="-228600" algn="l" rtl="0">
              <a:lnSpc>
                <a:spcPct val="100000"/>
              </a:lnSpc>
              <a:spcBef>
                <a:spcPts val="0"/>
              </a:spcBef>
              <a:spcAft>
                <a:spcPts val="0"/>
              </a:spcAft>
              <a:buClr>
                <a:srgbClr val="000000"/>
              </a:buClr>
              <a:buSzPts val="1400"/>
              <a:buFont typeface="Arial" panose="020B0604020202020204"/>
              <a:buNone/>
              <a:defRPr sz="12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9pPr>
          </a:lstStyle>
          <a:p/>
        </p:txBody>
      </p:sp>
      <p:sp>
        <p:nvSpPr>
          <p:cNvPr id="7" name="Google Shape;7;n"/>
          <p:cNvSpPr txBox="1"/>
          <p:nvPr>
            <p:ph type="ftr" idx="11"/>
          </p:nvPr>
        </p:nvSpPr>
        <p:spPr>
          <a:xfrm>
            <a:off x="0" y="8685213"/>
            <a:ext cx="2971800" cy="458787"/>
          </a:xfrm>
          <a:prstGeom prst="rect">
            <a:avLst/>
          </a:prstGeom>
          <a:noFill/>
          <a:ln>
            <a:noFill/>
          </a:ln>
        </p:spPr>
        <p:txBody>
          <a:bodyPr spcFirstLastPara="1" wrap="square" lIns="91425" tIns="45700" rIns="91425" bIns="45700" anchor="b" anchorCtr="0">
            <a:noAutofit/>
          </a:bodyPr>
          <a:lstStyle>
            <a:lvl1pPr marR="0" lvl="0" algn="l" rtl="0">
              <a:lnSpc>
                <a:spcPct val="100000"/>
              </a:lnSpc>
              <a:spcBef>
                <a:spcPts val="0"/>
              </a:spcBef>
              <a:spcAft>
                <a:spcPts val="0"/>
              </a:spcAft>
              <a:buClr>
                <a:srgbClr val="000000"/>
              </a:buClr>
              <a:buSzPts val="1400"/>
              <a:buFont typeface="Arial" panose="020B0604020202020204"/>
              <a:buNone/>
              <a:defRPr sz="12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1pPr>
            <a:lvl2pPr marR="0" lvl="1" algn="l" rtl="0">
              <a:lnSpc>
                <a:spcPct val="100000"/>
              </a:lnSpc>
              <a:spcBef>
                <a:spcPts val="0"/>
              </a:spcBef>
              <a:spcAft>
                <a:spcPts val="0"/>
              </a:spcAft>
              <a:buClr>
                <a:srgbClr val="000000"/>
              </a:buClr>
              <a:buSzPts val="1400"/>
              <a:buFont typeface="Arial" panose="020B0604020202020204"/>
              <a:buNone/>
              <a:defRPr sz="18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2pPr>
            <a:lvl3pPr marR="0" lvl="2" algn="l" rtl="0">
              <a:lnSpc>
                <a:spcPct val="100000"/>
              </a:lnSpc>
              <a:spcBef>
                <a:spcPts val="0"/>
              </a:spcBef>
              <a:spcAft>
                <a:spcPts val="0"/>
              </a:spcAft>
              <a:buClr>
                <a:srgbClr val="000000"/>
              </a:buClr>
              <a:buSzPts val="1400"/>
              <a:buFont typeface="Arial" panose="020B0604020202020204"/>
              <a:buNone/>
              <a:defRPr sz="18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3pPr>
            <a:lvl4pPr marR="0" lvl="3" algn="l" rtl="0">
              <a:lnSpc>
                <a:spcPct val="100000"/>
              </a:lnSpc>
              <a:spcBef>
                <a:spcPts val="0"/>
              </a:spcBef>
              <a:spcAft>
                <a:spcPts val="0"/>
              </a:spcAft>
              <a:buClr>
                <a:srgbClr val="000000"/>
              </a:buClr>
              <a:buSzPts val="1400"/>
              <a:buFont typeface="Arial" panose="020B0604020202020204"/>
              <a:buNone/>
              <a:defRPr sz="18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4pPr>
            <a:lvl5pPr marR="0" lvl="4" algn="l" rtl="0">
              <a:lnSpc>
                <a:spcPct val="100000"/>
              </a:lnSpc>
              <a:spcBef>
                <a:spcPts val="0"/>
              </a:spcBef>
              <a:spcAft>
                <a:spcPts val="0"/>
              </a:spcAft>
              <a:buClr>
                <a:srgbClr val="000000"/>
              </a:buClr>
              <a:buSzPts val="1400"/>
              <a:buFont typeface="Arial" panose="020B0604020202020204"/>
              <a:buNone/>
              <a:defRPr sz="18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5pPr>
            <a:lvl6pPr marR="0" lvl="5" algn="l" rtl="0">
              <a:lnSpc>
                <a:spcPct val="100000"/>
              </a:lnSpc>
              <a:spcBef>
                <a:spcPts val="0"/>
              </a:spcBef>
              <a:spcAft>
                <a:spcPts val="0"/>
              </a:spcAft>
              <a:buClr>
                <a:srgbClr val="000000"/>
              </a:buClr>
              <a:buSzPts val="1400"/>
              <a:buFont typeface="Arial" panose="020B0604020202020204"/>
              <a:buNone/>
              <a:defRPr sz="18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6pPr>
            <a:lvl7pPr marR="0" lvl="6" algn="l" rtl="0">
              <a:lnSpc>
                <a:spcPct val="100000"/>
              </a:lnSpc>
              <a:spcBef>
                <a:spcPts val="0"/>
              </a:spcBef>
              <a:spcAft>
                <a:spcPts val="0"/>
              </a:spcAft>
              <a:buClr>
                <a:srgbClr val="000000"/>
              </a:buClr>
              <a:buSzPts val="1400"/>
              <a:buFont typeface="Arial" panose="020B0604020202020204"/>
              <a:buNone/>
              <a:defRPr sz="18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7pPr>
            <a:lvl8pPr marR="0" lvl="7" algn="l" rtl="0">
              <a:lnSpc>
                <a:spcPct val="100000"/>
              </a:lnSpc>
              <a:spcBef>
                <a:spcPts val="0"/>
              </a:spcBef>
              <a:spcAft>
                <a:spcPts val="0"/>
              </a:spcAft>
              <a:buClr>
                <a:srgbClr val="000000"/>
              </a:buClr>
              <a:buSzPts val="1400"/>
              <a:buFont typeface="Arial" panose="020B0604020202020204"/>
              <a:buNone/>
              <a:defRPr sz="18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8pPr>
            <a:lvl9pPr marR="0" lvl="8" algn="l" rtl="0">
              <a:lnSpc>
                <a:spcPct val="100000"/>
              </a:lnSpc>
              <a:spcBef>
                <a:spcPts val="0"/>
              </a:spcBef>
              <a:spcAft>
                <a:spcPts val="0"/>
              </a:spcAft>
              <a:buClr>
                <a:srgbClr val="000000"/>
              </a:buClr>
              <a:buSzPts val="1400"/>
              <a:buFont typeface="Arial" panose="020B0604020202020204"/>
              <a:buNone/>
              <a:defRPr sz="18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9pPr>
          </a:lstStyle>
          <a:p/>
        </p:txBody>
      </p:sp>
      <p:sp>
        <p:nvSpPr>
          <p:cNvPr id="8" name="Google Shape;8;n"/>
          <p:cNvSpPr txBox="1"/>
          <p:nvPr>
            <p:ph type="sldNum" idx="12"/>
          </p:nvPr>
        </p:nvSpPr>
        <p:spPr>
          <a:xfrm>
            <a:off x="3884613" y="8685213"/>
            <a:ext cx="2971800" cy="458787"/>
          </a:xfrm>
          <a:prstGeom prst="rect">
            <a:avLst/>
          </a:prstGeom>
          <a:noFill/>
          <a:ln>
            <a:noFill/>
          </a:ln>
        </p:spPr>
        <p:txBody>
          <a:bodyPr spcFirstLastPara="1" wrap="square" lIns="91425" tIns="45700" rIns="91425" bIns="45700" anchor="b" anchorCtr="0">
            <a:noAutofit/>
          </a:bodyPr>
          <a:lstStyle/>
          <a:p>
            <a:pPr marL="0" marR="0" lvl="0" indent="0" algn="r" rtl="0">
              <a:lnSpc>
                <a:spcPct val="100000"/>
              </a:lnSpc>
              <a:spcBef>
                <a:spcPts val="0"/>
              </a:spcBef>
              <a:spcAft>
                <a:spcPts val="0"/>
              </a:spcAft>
              <a:buClr>
                <a:srgbClr val="000000"/>
              </a:buClr>
              <a:buSzPts val="1200"/>
              <a:buFont typeface="Arial" panose="020B0604020202020204"/>
              <a:buNone/>
            </a:pPr>
            <a:fld id="{00000000-1234-1234-1234-123412341234}" type="slidenum">
              <a:rPr lang="en-US" sz="1200" b="0" i="0" u="none" strike="noStrike" cap="none">
                <a:solidFill>
                  <a:schemeClr val="dk1"/>
                </a:solidFill>
                <a:latin typeface="Calibri" panose="020F0502020204030204"/>
                <a:ea typeface="Calibri" panose="020F0502020204030204"/>
                <a:cs typeface="Calibri" panose="020F0502020204030204"/>
                <a:sym typeface="Calibri" panose="020F0502020204030204"/>
              </a:rPr>
            </a:fld>
            <a:endParaRPr sz="1200" b="0" i="0" u="none" strike="noStrike" cap="none">
              <a:solidFill>
                <a:schemeClr val="dk1"/>
              </a:solidFill>
              <a:latin typeface="Calibri" panose="020F0502020204030204"/>
              <a:ea typeface="Calibri" panose="020F0502020204030204"/>
              <a:cs typeface="Calibri" panose="020F0502020204030204"/>
              <a:sym typeface="Calibri" panose="020F0502020204030204"/>
            </a:endParaRPr>
          </a:p>
        </p:txBody>
      </p:sp>
    </p:spTree>
  </p:cSld>
  <p:clrMap bg1="lt1" tx1="dk1" bg2="dk2" tx2="lt2" accent1="accent1" accent2="accent2" accent3="accent3" accent4="accent4" accent5="accent5" accent6="accent6" hlink="hlink" folHlink="folHlink"/>
  <p:notes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1pPr>
    <a:lvl2pPr marR="0" lvl="1"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2pPr>
    <a:lvl3pPr marR="0" lvl="2"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3pPr>
    <a:lvl4pPr marR="0" lvl="3"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4pPr>
    <a:lvl5pPr marR="0" lvl="4"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5pPr>
    <a:lvl6pPr marR="0" lvl="5"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6pPr>
    <a:lvl7pPr marR="0" lvl="6"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7pPr>
    <a:lvl8pPr marR="0" lvl="7"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8pPr>
    <a:lvl9pPr marR="0" lvl="8"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24.xml"/></Relationships>
</file>

<file path=ppt/notesSlides/notesSlide1.xml><?xml version="1.0" encoding="utf-8"?>
<p:notes xmlns:a="http://schemas.openxmlformats.org/drawingml/2006/main" xmlns:r="http://schemas.openxmlformats.org/officeDocument/2006/relationships" xmlns:p="http://schemas.openxmlformats.org/presentationml/2006/main" showMasterPhAnim="0" showMasterSp="0">
  <p:cSld>
    <p:spTree>
      <p:nvGrpSpPr>
        <p:cNvPr id="90" name="Shape 90"/>
        <p:cNvGrpSpPr/>
        <p:nvPr/>
      </p:nvGrpSpPr>
      <p:grpSpPr>
        <a:xfrm>
          <a:off x="0" y="0"/>
          <a:ext cx="0" cy="0"/>
          <a:chOff x="0" y="0"/>
          <a:chExt cx="0" cy="0"/>
        </a:xfrm>
      </p:grpSpPr>
      <p:sp>
        <p:nvSpPr>
          <p:cNvPr id="91" name="Google Shape;91;p1:notes"/>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92" name="Google Shape;92;p1:notes"/>
          <p:cNvSpPr txBox="1"/>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Clr>
                <a:schemeClr val="dk1"/>
              </a:buClr>
              <a:buSzPts val="1100"/>
              <a:buFont typeface="Calibri" panose="020F0502020204030204"/>
              <a:buNone/>
            </a:pP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showMasterPhAnim="0" showMasterSp="0">
  <p:cSld>
    <p:spTree>
      <p:nvGrpSpPr>
        <p:cNvPr id="98" name="Shape 98"/>
        <p:cNvGrpSpPr/>
        <p:nvPr/>
      </p:nvGrpSpPr>
      <p:grpSpPr>
        <a:xfrm>
          <a:off x="0" y="0"/>
          <a:ext cx="0" cy="0"/>
          <a:chOff x="0" y="0"/>
          <a:chExt cx="0" cy="0"/>
        </a:xfrm>
      </p:grpSpPr>
      <p:sp>
        <p:nvSpPr>
          <p:cNvPr id="99" name="Google Shape;99;p2:notes"/>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100" name="Google Shape;100;p2:notes"/>
          <p:cNvSpPr txBox="1"/>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p>
        </p:txBody>
      </p:sp>
      <p:sp>
        <p:nvSpPr>
          <p:cNvPr id="101" name="Google Shape;101;p2:notes"/>
          <p:cNvSpPr txBox="1"/>
          <p:nvPr>
            <p:ph type="dt" idx="10"/>
          </p:nvPr>
        </p:nvSpPr>
        <p:spPr>
          <a:xfrm>
            <a:off x="3884613" y="0"/>
            <a:ext cx="2971800" cy="458788"/>
          </a:xfrm>
          <a:prstGeom prst="rect">
            <a:avLst/>
          </a:prstGeom>
          <a:noFill/>
          <a:ln>
            <a:noFill/>
          </a:ln>
        </p:spPr>
        <p:txBody>
          <a:bodyPr spcFirstLastPara="1" wrap="square" lIns="91425" tIns="45700" rIns="91425" bIns="45700" anchor="t" anchorCtr="0">
            <a:noAutofit/>
          </a:bodyPr>
          <a:lstStyle/>
          <a:p>
            <a:pPr marL="0" lvl="0" indent="0" algn="r" rtl="0">
              <a:lnSpc>
                <a:spcPct val="100000"/>
              </a:lnSpc>
              <a:spcBef>
                <a:spcPts val="0"/>
              </a:spcBef>
              <a:spcAft>
                <a:spcPts val="0"/>
              </a:spcAft>
              <a:buSzPts val="1400"/>
              <a:buNone/>
            </a:pPr>
            <a:r>
              <a:rPr lang="en-US"/>
              <a:t>Sunday, 26 March 2023</a:t>
            </a:r>
            <a:endParaRPr lang="en-US"/>
          </a:p>
        </p:txBody>
      </p:sp>
      <p:sp>
        <p:nvSpPr>
          <p:cNvPr id="102" name="Google Shape;102;p2:notes"/>
          <p:cNvSpPr txBox="1"/>
          <p:nvPr>
            <p:ph type="sldNum" idx="12"/>
          </p:nvPr>
        </p:nvSpPr>
        <p:spPr>
          <a:xfrm>
            <a:off x="3884613" y="8685213"/>
            <a:ext cx="2971800" cy="458787"/>
          </a:xfrm>
          <a:prstGeom prst="rect">
            <a:avLst/>
          </a:prstGeom>
          <a:noFill/>
          <a:ln>
            <a:noFill/>
          </a:ln>
        </p:spPr>
        <p:txBody>
          <a:bodyPr spcFirstLastPara="1" wrap="square" lIns="91425" tIns="45700" rIns="91425" bIns="45700" anchor="b" anchorCtr="0">
            <a:noAutofit/>
          </a:bodyPr>
          <a:lstStyle/>
          <a:p>
            <a:pPr marL="0" lvl="0" indent="0" algn="r" rtl="0">
              <a:lnSpc>
                <a:spcPct val="100000"/>
              </a:lnSpc>
              <a:spcBef>
                <a:spcPts val="0"/>
              </a:spcBef>
              <a:spcAft>
                <a:spcPts val="0"/>
              </a:spcAft>
              <a:buSzPts val="1400"/>
              <a:buNone/>
            </a:pPr>
            <a:fld id="{00000000-1234-1234-1234-123412341234}" type="slidenum">
              <a:rPr lang="en-US"/>
            </a:fld>
            <a:endParaRPr lang="en-US"/>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showMasterPhAnim="0" showMasterSp="0">
  <p:cSld>
    <p:spTree>
      <p:nvGrpSpPr>
        <p:cNvPr id="108" name="Shape 108"/>
        <p:cNvGrpSpPr/>
        <p:nvPr/>
      </p:nvGrpSpPr>
      <p:grpSpPr>
        <a:xfrm>
          <a:off x="0" y="0"/>
          <a:ext cx="0" cy="0"/>
          <a:chOff x="0" y="0"/>
          <a:chExt cx="0" cy="0"/>
        </a:xfrm>
      </p:grpSpPr>
      <p:sp>
        <p:nvSpPr>
          <p:cNvPr id="109" name="Google Shape;109;p3:notes"/>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110" name="Google Shape;110;p3:notes"/>
          <p:cNvSpPr txBox="1"/>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Clr>
                <a:schemeClr val="dk1"/>
              </a:buClr>
              <a:buSzPts val="1100"/>
              <a:buFont typeface="Arial" panose="020B0604020202020204"/>
              <a:buNone/>
            </a:pPr>
            <a:endParaRPr sz="1200">
              <a:solidFill>
                <a:schemeClr val="dk1"/>
              </a:solidFill>
            </a:endParaRPr>
          </a:p>
          <a:p>
            <a:pPr marL="0" lvl="0" indent="0" algn="l" rtl="0">
              <a:lnSpc>
                <a:spcPct val="100000"/>
              </a:lnSpc>
              <a:spcBef>
                <a:spcPts val="0"/>
              </a:spcBef>
              <a:spcAft>
                <a:spcPts val="0"/>
              </a:spcAft>
              <a:buClr>
                <a:schemeClr val="dk1"/>
              </a:buClr>
              <a:buSzPts val="1100"/>
              <a:buFont typeface="Arial" panose="020B0604020202020204"/>
              <a:buNone/>
            </a:pPr>
            <a:endParaRPr sz="1200"/>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showMasterPhAnim="0" showMasterSp="0">
  <p:cSld>
    <p:spTree>
      <p:nvGrpSpPr>
        <p:cNvPr id="115" name="Shape 115"/>
        <p:cNvGrpSpPr/>
        <p:nvPr/>
      </p:nvGrpSpPr>
      <p:grpSpPr>
        <a:xfrm>
          <a:off x="0" y="0"/>
          <a:ext cx="0" cy="0"/>
          <a:chOff x="0" y="0"/>
          <a:chExt cx="0" cy="0"/>
        </a:xfrm>
      </p:grpSpPr>
      <p:sp>
        <p:nvSpPr>
          <p:cNvPr id="116" name="Google Shape;116;p4:notes"/>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117" name="Google Shape;117;p4:notes"/>
          <p:cNvSpPr txBox="1"/>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457200" lvl="0" indent="0" algn="l" rtl="0">
              <a:lnSpc>
                <a:spcPct val="115000"/>
              </a:lnSpc>
              <a:spcBef>
                <a:spcPts val="1200"/>
              </a:spcBef>
              <a:spcAft>
                <a:spcPts val="1200"/>
              </a:spcAft>
              <a:buClr>
                <a:schemeClr val="dk1"/>
              </a:buClr>
              <a:buSzPts val="1100"/>
              <a:buFont typeface="Calibri" panose="020F0502020204030204"/>
              <a:buNone/>
            </a:pPr>
            <a:endParaRPr sz="1200"/>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showMasterPhAnim="0" showMasterSp="0">
  <p:cSld>
    <p:spTree>
      <p:nvGrpSpPr>
        <p:cNvPr id="124" name="Shape 124"/>
        <p:cNvGrpSpPr/>
        <p:nvPr/>
      </p:nvGrpSpPr>
      <p:grpSpPr>
        <a:xfrm>
          <a:off x="0" y="0"/>
          <a:ext cx="0" cy="0"/>
          <a:chOff x="0" y="0"/>
          <a:chExt cx="0" cy="0"/>
        </a:xfrm>
      </p:grpSpPr>
      <p:sp>
        <p:nvSpPr>
          <p:cNvPr id="125" name="Google Shape;125;p5:notes"/>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126" name="Google Shape;126;p5:notes"/>
          <p:cNvSpPr txBox="1"/>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457200" lvl="0" indent="0" algn="l" rtl="0">
              <a:lnSpc>
                <a:spcPct val="115000"/>
              </a:lnSpc>
              <a:spcBef>
                <a:spcPts val="1200"/>
              </a:spcBef>
              <a:spcAft>
                <a:spcPts val="1200"/>
              </a:spcAft>
              <a:buClr>
                <a:schemeClr val="dk1"/>
              </a:buClr>
              <a:buSzPts val="1100"/>
              <a:buFont typeface="Calibri" panose="020F0502020204030204"/>
              <a:buNone/>
            </a:pPr>
            <a:endParaRPr sz="1200"/>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showMasterPhAnim="0" showMasterSp="0">
  <p:cSld>
    <p:spTree>
      <p:nvGrpSpPr>
        <p:cNvPr id="132" name="Shape 132"/>
        <p:cNvGrpSpPr/>
        <p:nvPr/>
      </p:nvGrpSpPr>
      <p:grpSpPr>
        <a:xfrm>
          <a:off x="0" y="0"/>
          <a:ext cx="0" cy="0"/>
          <a:chOff x="0" y="0"/>
          <a:chExt cx="0" cy="0"/>
        </a:xfrm>
      </p:grpSpPr>
      <p:sp>
        <p:nvSpPr>
          <p:cNvPr id="133" name="Google Shape;133;p6:notes"/>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134" name="Google Shape;134;p6:notes"/>
          <p:cNvSpPr txBox="1"/>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457200" lvl="0" indent="0" algn="l" rtl="0">
              <a:lnSpc>
                <a:spcPct val="115000"/>
              </a:lnSpc>
              <a:spcBef>
                <a:spcPts val="1200"/>
              </a:spcBef>
              <a:spcAft>
                <a:spcPts val="1200"/>
              </a:spcAft>
              <a:buClr>
                <a:schemeClr val="dk1"/>
              </a:buClr>
              <a:buSzPts val="1100"/>
              <a:buFont typeface="Calibri" panose="020F0502020204030204"/>
              <a:buNone/>
            </a:pPr>
            <a:endParaRPr sz="1200"/>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showMasterPhAnim="0" showMasterSp="0">
  <p:cSld>
    <p:spTree>
      <p:nvGrpSpPr>
        <p:cNvPr id="141" name="Shape 141"/>
        <p:cNvGrpSpPr/>
        <p:nvPr/>
      </p:nvGrpSpPr>
      <p:grpSpPr>
        <a:xfrm>
          <a:off x="0" y="0"/>
          <a:ext cx="0" cy="0"/>
          <a:chOff x="0" y="0"/>
          <a:chExt cx="0" cy="0"/>
        </a:xfrm>
      </p:grpSpPr>
      <p:sp>
        <p:nvSpPr>
          <p:cNvPr id="142" name="Google Shape;142;p7:notes"/>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143" name="Google Shape;143;p7:notes"/>
          <p:cNvSpPr txBox="1"/>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457200" lvl="0" indent="0" algn="l" rtl="0">
              <a:lnSpc>
                <a:spcPct val="115000"/>
              </a:lnSpc>
              <a:spcBef>
                <a:spcPts val="1200"/>
              </a:spcBef>
              <a:spcAft>
                <a:spcPts val="1200"/>
              </a:spcAft>
              <a:buClr>
                <a:schemeClr val="dk1"/>
              </a:buClr>
              <a:buSzPts val="1100"/>
              <a:buFont typeface="Calibri" panose="020F0502020204030204"/>
              <a:buNone/>
            </a:pPr>
            <a:endParaRPr sz="1200"/>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showMasterPhAnim="0" showMasterSp="0">
  <p:cSld>
    <p:spTree>
      <p:nvGrpSpPr>
        <p:cNvPr id="141" name="Shape 141"/>
        <p:cNvGrpSpPr/>
        <p:nvPr/>
      </p:nvGrpSpPr>
      <p:grpSpPr>
        <a:xfrm>
          <a:off x="0" y="0"/>
          <a:ext cx="0" cy="0"/>
          <a:chOff x="0" y="0"/>
          <a:chExt cx="0" cy="0"/>
        </a:xfrm>
      </p:grpSpPr>
      <p:sp>
        <p:nvSpPr>
          <p:cNvPr id="142" name="Google Shape;142;p7:notes"/>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143" name="Google Shape;143;p7:notes"/>
          <p:cNvSpPr txBox="1"/>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457200" lvl="0" indent="0" algn="l" rtl="0">
              <a:lnSpc>
                <a:spcPct val="115000"/>
              </a:lnSpc>
              <a:spcBef>
                <a:spcPts val="1200"/>
              </a:spcBef>
              <a:spcAft>
                <a:spcPts val="1200"/>
              </a:spcAft>
              <a:buClr>
                <a:schemeClr val="dk1"/>
              </a:buClr>
              <a:buSzPts val="1100"/>
              <a:buFont typeface="Calibri" panose="020F0502020204030204"/>
              <a:buNone/>
            </a:pPr>
            <a:endParaRPr sz="1200"/>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showMasterPhAnim="0" showMasterSp="0">
  <p:cSld>
    <p:spTree>
      <p:nvGrpSpPr>
        <p:cNvPr id="149" name="Shape 149"/>
        <p:cNvGrpSpPr/>
        <p:nvPr/>
      </p:nvGrpSpPr>
      <p:grpSpPr>
        <a:xfrm>
          <a:off x="0" y="0"/>
          <a:ext cx="0" cy="0"/>
          <a:chOff x="0" y="0"/>
          <a:chExt cx="0" cy="0"/>
        </a:xfrm>
      </p:grpSpPr>
      <p:sp>
        <p:nvSpPr>
          <p:cNvPr id="150" name="Google Shape;150;p8:notes"/>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151" name="Google Shape;151;p8:notes"/>
          <p:cNvSpPr txBox="1"/>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457200" lvl="0" indent="0" algn="l" rtl="0">
              <a:lnSpc>
                <a:spcPct val="115000"/>
              </a:lnSpc>
              <a:spcBef>
                <a:spcPts val="1200"/>
              </a:spcBef>
              <a:spcAft>
                <a:spcPts val="1200"/>
              </a:spcAft>
              <a:buClr>
                <a:schemeClr val="dk1"/>
              </a:buClr>
              <a:buSzPts val="1100"/>
              <a:buFont typeface="Calibri" panose="020F0502020204030204"/>
              <a:buNone/>
            </a:pPr>
            <a:endParaRPr sz="1200"/>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showMasterPhAnim="0" showMasterSp="0">
  <p:cSld>
    <p:spTree>
      <p:nvGrpSpPr>
        <p:cNvPr id="157" name="Shape 157"/>
        <p:cNvGrpSpPr/>
        <p:nvPr/>
      </p:nvGrpSpPr>
      <p:grpSpPr>
        <a:xfrm>
          <a:off x="0" y="0"/>
          <a:ext cx="0" cy="0"/>
          <a:chOff x="0" y="0"/>
          <a:chExt cx="0" cy="0"/>
        </a:xfrm>
      </p:grpSpPr>
      <p:sp>
        <p:nvSpPr>
          <p:cNvPr id="158" name="Google Shape;158;p9:notes"/>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159" name="Google Shape;159;p9:notes"/>
          <p:cNvSpPr txBox="1"/>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p>
        </p:txBody>
      </p:sp>
      <p:sp>
        <p:nvSpPr>
          <p:cNvPr id="160" name="Google Shape;160;p9:notes"/>
          <p:cNvSpPr txBox="1"/>
          <p:nvPr>
            <p:ph type="dt" idx="10"/>
          </p:nvPr>
        </p:nvSpPr>
        <p:spPr>
          <a:xfrm>
            <a:off x="3884613" y="0"/>
            <a:ext cx="2971800" cy="458788"/>
          </a:xfrm>
          <a:prstGeom prst="rect">
            <a:avLst/>
          </a:prstGeom>
          <a:noFill/>
          <a:ln>
            <a:noFill/>
          </a:ln>
        </p:spPr>
        <p:txBody>
          <a:bodyPr spcFirstLastPara="1" wrap="square" lIns="91425" tIns="45700" rIns="91425" bIns="45700" anchor="t" anchorCtr="0">
            <a:noAutofit/>
          </a:bodyPr>
          <a:lstStyle/>
          <a:p>
            <a:pPr marL="0" lvl="0" indent="0" algn="r" rtl="0">
              <a:lnSpc>
                <a:spcPct val="100000"/>
              </a:lnSpc>
              <a:spcBef>
                <a:spcPts val="0"/>
              </a:spcBef>
              <a:spcAft>
                <a:spcPts val="0"/>
              </a:spcAft>
              <a:buSzPts val="1400"/>
              <a:buNone/>
            </a:pPr>
            <a:r>
              <a:rPr lang="en-US"/>
              <a:t>Sunday, 26 March 2023</a:t>
            </a:r>
            <a:endParaRPr lang="en-US"/>
          </a:p>
        </p:txBody>
      </p:sp>
      <p:sp>
        <p:nvSpPr>
          <p:cNvPr id="161" name="Google Shape;161;p9:notes"/>
          <p:cNvSpPr txBox="1"/>
          <p:nvPr>
            <p:ph type="sldNum" idx="12"/>
          </p:nvPr>
        </p:nvSpPr>
        <p:spPr>
          <a:xfrm>
            <a:off x="3884613" y="8685213"/>
            <a:ext cx="2971800" cy="458787"/>
          </a:xfrm>
          <a:prstGeom prst="rect">
            <a:avLst/>
          </a:prstGeom>
          <a:noFill/>
          <a:ln>
            <a:noFill/>
          </a:ln>
        </p:spPr>
        <p:txBody>
          <a:bodyPr spcFirstLastPara="1" wrap="square" lIns="91425" tIns="45700" rIns="91425" bIns="45700" anchor="b" anchorCtr="0">
            <a:noAutofit/>
          </a:bodyPr>
          <a:lstStyle/>
          <a:p>
            <a:pPr marL="0" lvl="0" indent="0" algn="r" rtl="0">
              <a:lnSpc>
                <a:spcPct val="100000"/>
              </a:lnSpc>
              <a:spcBef>
                <a:spcPts val="0"/>
              </a:spcBef>
              <a:spcAft>
                <a:spcPts val="0"/>
              </a:spcAft>
              <a:buSzPts val="1400"/>
              <a:buNone/>
            </a:pPr>
            <a:fld id="{00000000-1234-1234-1234-123412341234}" type="slidenum">
              <a:rPr lang="en-US"/>
            </a:fld>
            <a:endParaRPr lang="en-US"/>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showMasterPhAnim="0" showMasterSp="0">
  <p:cSld>
    <p:spTree>
      <p:nvGrpSpPr>
        <p:cNvPr id="166" name="Shape 166"/>
        <p:cNvGrpSpPr/>
        <p:nvPr/>
      </p:nvGrpSpPr>
      <p:grpSpPr>
        <a:xfrm>
          <a:off x="0" y="0"/>
          <a:ext cx="0" cy="0"/>
          <a:chOff x="0" y="0"/>
          <a:chExt cx="0" cy="0"/>
        </a:xfrm>
      </p:grpSpPr>
      <p:sp>
        <p:nvSpPr>
          <p:cNvPr id="167" name="Google Shape;167;p10:notes"/>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168" name="Google Shape;168;p10:notes"/>
          <p:cNvSpPr txBox="1"/>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457200" lvl="0" indent="0" algn="l" rtl="0">
              <a:lnSpc>
                <a:spcPct val="115000"/>
              </a:lnSpc>
              <a:spcBef>
                <a:spcPts val="1200"/>
              </a:spcBef>
              <a:spcAft>
                <a:spcPts val="1200"/>
              </a:spcAft>
              <a:buClr>
                <a:schemeClr val="dk1"/>
              </a:buClr>
              <a:buSzPts val="1100"/>
              <a:buFont typeface="Calibri" panose="020F0502020204030204"/>
              <a:buNone/>
            </a:pPr>
            <a:endParaRPr sz="1200"/>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showMasterPhAnim="0" showMasterSp="0">
  <p:cSld>
    <p:spTree>
      <p:nvGrpSpPr>
        <p:cNvPr id="184" name="Shape 184"/>
        <p:cNvGrpSpPr/>
        <p:nvPr/>
      </p:nvGrpSpPr>
      <p:grpSpPr>
        <a:xfrm>
          <a:off x="0" y="0"/>
          <a:ext cx="0" cy="0"/>
          <a:chOff x="0" y="0"/>
          <a:chExt cx="0" cy="0"/>
        </a:xfrm>
      </p:grpSpPr>
      <p:sp>
        <p:nvSpPr>
          <p:cNvPr id="185" name="Google Shape;185;p12:notes"/>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186" name="Google Shape;186;p12:notes"/>
          <p:cNvSpPr txBox="1"/>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457200" lvl="0" indent="0" algn="l" rtl="0">
              <a:lnSpc>
                <a:spcPct val="115000"/>
              </a:lnSpc>
              <a:spcBef>
                <a:spcPts val="1200"/>
              </a:spcBef>
              <a:spcAft>
                <a:spcPts val="1200"/>
              </a:spcAft>
              <a:buClr>
                <a:schemeClr val="dk1"/>
              </a:buClr>
              <a:buSzPts val="1100"/>
              <a:buFont typeface="Calibri" panose="020F0502020204030204"/>
              <a:buNone/>
            </a:pPr>
            <a:endParaRPr sz="1200"/>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showMasterPhAnim="0" showMasterSp="0">
  <p:cSld>
    <p:spTree>
      <p:nvGrpSpPr>
        <p:cNvPr id="192" name="Shape 192"/>
        <p:cNvGrpSpPr/>
        <p:nvPr/>
      </p:nvGrpSpPr>
      <p:grpSpPr>
        <a:xfrm>
          <a:off x="0" y="0"/>
          <a:ext cx="0" cy="0"/>
          <a:chOff x="0" y="0"/>
          <a:chExt cx="0" cy="0"/>
        </a:xfrm>
      </p:grpSpPr>
      <p:sp>
        <p:nvSpPr>
          <p:cNvPr id="193" name="Google Shape;193;p13:notes"/>
          <p:cNvSpPr txBox="1"/>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p>
        </p:txBody>
      </p:sp>
      <p:sp>
        <p:nvSpPr>
          <p:cNvPr id="194" name="Google Shape;194;p13:notes"/>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showMasterPhAnim="0" showMasterSp="0">
  <p:cSld>
    <p:spTree>
      <p:nvGrpSpPr>
        <p:cNvPr id="176" name="Shape 176"/>
        <p:cNvGrpSpPr/>
        <p:nvPr/>
      </p:nvGrpSpPr>
      <p:grpSpPr>
        <a:xfrm>
          <a:off x="0" y="0"/>
          <a:ext cx="0" cy="0"/>
          <a:chOff x="0" y="0"/>
          <a:chExt cx="0" cy="0"/>
        </a:xfrm>
      </p:grpSpPr>
      <p:sp>
        <p:nvSpPr>
          <p:cNvPr id="177" name="Google Shape;177;p11:notes"/>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178" name="Google Shape;178;p11:notes"/>
          <p:cNvSpPr txBox="1"/>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457200" lvl="0" indent="0" algn="l" rtl="0">
              <a:lnSpc>
                <a:spcPct val="115000"/>
              </a:lnSpc>
              <a:spcBef>
                <a:spcPts val="1200"/>
              </a:spcBef>
              <a:spcAft>
                <a:spcPts val="1200"/>
              </a:spcAft>
              <a:buClr>
                <a:schemeClr val="dk1"/>
              </a:buClr>
              <a:buSzPts val="1100"/>
              <a:buFont typeface="Calibri" panose="020F0502020204030204"/>
              <a:buNone/>
            </a:pPr>
            <a:endParaRPr sz="1200"/>
          </a:p>
        </p:txBody>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showMasterPhAnim="0" showMasterSp="0">
  <p:cSld>
    <p:spTree>
      <p:nvGrpSpPr>
        <p:cNvPr id="176" name="Shape 176"/>
        <p:cNvGrpSpPr/>
        <p:nvPr/>
      </p:nvGrpSpPr>
      <p:grpSpPr>
        <a:xfrm>
          <a:off x="0" y="0"/>
          <a:ext cx="0" cy="0"/>
          <a:chOff x="0" y="0"/>
          <a:chExt cx="0" cy="0"/>
        </a:xfrm>
      </p:grpSpPr>
      <p:sp>
        <p:nvSpPr>
          <p:cNvPr id="177" name="Google Shape;177;p11:notes"/>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178" name="Google Shape;178;p11:notes"/>
          <p:cNvSpPr txBox="1"/>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457200" lvl="0" indent="0" algn="l" rtl="0">
              <a:lnSpc>
                <a:spcPct val="115000"/>
              </a:lnSpc>
              <a:spcBef>
                <a:spcPts val="1200"/>
              </a:spcBef>
              <a:spcAft>
                <a:spcPts val="1200"/>
              </a:spcAft>
              <a:buClr>
                <a:schemeClr val="dk1"/>
              </a:buClr>
              <a:buSzPts val="1100"/>
              <a:buFont typeface="Calibri" panose="020F0502020204030204"/>
              <a:buNone/>
            </a:pPr>
            <a:endParaRPr sz="1200"/>
          </a:p>
        </p:txBody>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showMasterPhAnim="0" showMasterSp="0">
  <p:cSld>
    <p:spTree>
      <p:nvGrpSpPr>
        <p:cNvPr id="201" name="Shape 201"/>
        <p:cNvGrpSpPr/>
        <p:nvPr/>
      </p:nvGrpSpPr>
      <p:grpSpPr>
        <a:xfrm>
          <a:off x="0" y="0"/>
          <a:ext cx="0" cy="0"/>
          <a:chOff x="0" y="0"/>
          <a:chExt cx="0" cy="0"/>
        </a:xfrm>
      </p:grpSpPr>
      <p:sp>
        <p:nvSpPr>
          <p:cNvPr id="202" name="Google Shape;202;p14:notes"/>
          <p:cNvSpPr txBox="1"/>
          <p:nvPr>
            <p:ph type="body" idx="1"/>
          </p:nvPr>
        </p:nvSpPr>
        <p:spPr>
          <a:xfrm>
            <a:off x="685800" y="4400550"/>
            <a:ext cx="5486400" cy="360060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p>
        </p:txBody>
      </p:sp>
      <p:sp>
        <p:nvSpPr>
          <p:cNvPr id="203" name="Google Shape;203;p14:notes"/>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showMasterPhAnim="0" showMasterSp="0">
  <p:cSld>
    <p:spTree>
      <p:nvGrpSpPr>
        <p:cNvPr id="210" name="Shape 210"/>
        <p:cNvGrpSpPr/>
        <p:nvPr/>
      </p:nvGrpSpPr>
      <p:grpSpPr>
        <a:xfrm>
          <a:off x="0" y="0"/>
          <a:ext cx="0" cy="0"/>
          <a:chOff x="0" y="0"/>
          <a:chExt cx="0" cy="0"/>
        </a:xfrm>
      </p:grpSpPr>
      <p:sp>
        <p:nvSpPr>
          <p:cNvPr id="211" name="Google Shape;211;g30f48fe88b2_0_3:notes"/>
          <p:cNvSpPr txBox="1"/>
          <p:nvPr>
            <p:ph type="body" idx="1"/>
          </p:nvPr>
        </p:nvSpPr>
        <p:spPr>
          <a:xfrm>
            <a:off x="685800" y="4400550"/>
            <a:ext cx="5486400" cy="360060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p>
        </p:txBody>
      </p:sp>
      <p:sp>
        <p:nvSpPr>
          <p:cNvPr id="212" name="Google Shape;212;g30f48fe88b2_0_3:notes"/>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showMasterPhAnim="0" showMasterSp="0">
  <p:cSld>
    <p:spTree>
      <p:nvGrpSpPr>
        <p:cNvPr id="219" name="Shape 219"/>
        <p:cNvGrpSpPr/>
        <p:nvPr/>
      </p:nvGrpSpPr>
      <p:grpSpPr>
        <a:xfrm>
          <a:off x="0" y="0"/>
          <a:ext cx="0" cy="0"/>
          <a:chOff x="0" y="0"/>
          <a:chExt cx="0" cy="0"/>
        </a:xfrm>
      </p:grpSpPr>
      <p:sp>
        <p:nvSpPr>
          <p:cNvPr id="220" name="Google Shape;220;p16:notes"/>
          <p:cNvSpPr txBox="1"/>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p>
        </p:txBody>
      </p:sp>
      <p:sp>
        <p:nvSpPr>
          <p:cNvPr id="221" name="Google Shape;221;p16:notes"/>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showMasterPhAnim="0" showMasterSp="0">
  <p:cSld>
    <p:spTree>
      <p:nvGrpSpPr>
        <p:cNvPr id="219" name="Shape 219"/>
        <p:cNvGrpSpPr/>
        <p:nvPr/>
      </p:nvGrpSpPr>
      <p:grpSpPr>
        <a:xfrm>
          <a:off x="0" y="0"/>
          <a:ext cx="0" cy="0"/>
          <a:chOff x="0" y="0"/>
          <a:chExt cx="0" cy="0"/>
        </a:xfrm>
      </p:grpSpPr>
      <p:sp>
        <p:nvSpPr>
          <p:cNvPr id="220" name="Google Shape;220;p16:notes"/>
          <p:cNvSpPr txBox="1"/>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p>
        </p:txBody>
      </p:sp>
      <p:sp>
        <p:nvSpPr>
          <p:cNvPr id="221" name="Google Shape;221;p16:notes"/>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showMasterPhAnim="0" showMasterSp="0">
  <p:cSld>
    <p:spTree>
      <p:nvGrpSpPr>
        <p:cNvPr id="219" name="Shape 219"/>
        <p:cNvGrpSpPr/>
        <p:nvPr/>
      </p:nvGrpSpPr>
      <p:grpSpPr>
        <a:xfrm>
          <a:off x="0" y="0"/>
          <a:ext cx="0" cy="0"/>
          <a:chOff x="0" y="0"/>
          <a:chExt cx="0" cy="0"/>
        </a:xfrm>
      </p:grpSpPr>
      <p:sp>
        <p:nvSpPr>
          <p:cNvPr id="220" name="Google Shape;220;p16:notes"/>
          <p:cNvSpPr txBox="1"/>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p>
        </p:txBody>
      </p:sp>
      <p:sp>
        <p:nvSpPr>
          <p:cNvPr id="221" name="Google Shape;221;p16:notes"/>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showMasterPhAnim="0" showMasterSp="0">
  <p:cSld>
    <p:spTree>
      <p:nvGrpSpPr>
        <p:cNvPr id="219" name="Shape 219"/>
        <p:cNvGrpSpPr/>
        <p:nvPr/>
      </p:nvGrpSpPr>
      <p:grpSpPr>
        <a:xfrm>
          <a:off x="0" y="0"/>
          <a:ext cx="0" cy="0"/>
          <a:chOff x="0" y="0"/>
          <a:chExt cx="0" cy="0"/>
        </a:xfrm>
      </p:grpSpPr>
      <p:sp>
        <p:nvSpPr>
          <p:cNvPr id="220" name="Google Shape;220;p16:notes"/>
          <p:cNvSpPr txBox="1"/>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p>
        </p:txBody>
      </p:sp>
      <p:sp>
        <p:nvSpPr>
          <p:cNvPr id="221" name="Google Shape;221;p16:notes"/>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showMasterPhAnim="0" showMasterSp="0">
  <p:cSld>
    <p:spTree>
      <p:nvGrpSpPr>
        <p:cNvPr id="219" name="Shape 219"/>
        <p:cNvGrpSpPr/>
        <p:nvPr/>
      </p:nvGrpSpPr>
      <p:grpSpPr>
        <a:xfrm>
          <a:off x="0" y="0"/>
          <a:ext cx="0" cy="0"/>
          <a:chOff x="0" y="0"/>
          <a:chExt cx="0" cy="0"/>
        </a:xfrm>
      </p:grpSpPr>
      <p:sp>
        <p:nvSpPr>
          <p:cNvPr id="220" name="Google Shape;220;p16:notes"/>
          <p:cNvSpPr txBox="1"/>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p>
        </p:txBody>
      </p:sp>
      <p:sp>
        <p:nvSpPr>
          <p:cNvPr id="221" name="Google Shape;221;p16:notes"/>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showMasterPhAnim="0" showMasterSp="0">
  <p:cSld>
    <p:spTree>
      <p:nvGrpSpPr>
        <p:cNvPr id="219" name="Shape 219"/>
        <p:cNvGrpSpPr/>
        <p:nvPr/>
      </p:nvGrpSpPr>
      <p:grpSpPr>
        <a:xfrm>
          <a:off x="0" y="0"/>
          <a:ext cx="0" cy="0"/>
          <a:chOff x="0" y="0"/>
          <a:chExt cx="0" cy="0"/>
        </a:xfrm>
      </p:grpSpPr>
      <p:sp>
        <p:nvSpPr>
          <p:cNvPr id="220" name="Google Shape;220;p16:notes"/>
          <p:cNvSpPr txBox="1"/>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p>
        </p:txBody>
      </p:sp>
      <p:sp>
        <p:nvSpPr>
          <p:cNvPr id="221" name="Google Shape;221;p16:notes"/>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showMasterPhAnim="0" showMasterSp="0">
  <p:cSld>
    <p:spTree>
      <p:nvGrpSpPr>
        <p:cNvPr id="227" name="Shape 227"/>
        <p:cNvGrpSpPr/>
        <p:nvPr/>
      </p:nvGrpSpPr>
      <p:grpSpPr>
        <a:xfrm>
          <a:off x="0" y="0"/>
          <a:ext cx="0" cy="0"/>
          <a:chOff x="0" y="0"/>
          <a:chExt cx="0" cy="0"/>
        </a:xfrm>
      </p:grpSpPr>
      <p:sp>
        <p:nvSpPr>
          <p:cNvPr id="228" name="Google Shape;228;p17:notes"/>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229" name="Google Shape;229;p17:notes"/>
          <p:cNvSpPr txBox="1"/>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Clr>
                <a:schemeClr val="dk1"/>
              </a:buClr>
              <a:buSzPts val="1100"/>
              <a:buFont typeface="Calibri" panose="020F0502020204030204"/>
              <a:buNone/>
            </a:pPr>
          </a:p>
        </p:txBody>
      </p:sp>
    </p:spTree>
  </p:cSld>
  <p:clrMapOvr>
    <a:masterClrMapping/>
  </p:clrMapOvr>
</p:notes>
</file>

<file path=ppt/slideLayouts/_rels/slideLayout1.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jpeg"/><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jpeg"/><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x" matchingName="Title and body">
  <p:cSld name="TITLE_AND_BODY">
    <p:bg>
      <p:bgPr>
        <a:blipFill>
          <a:blip r:embed="rId2"/>
          <a:stretch>
            <a:fillRect/>
          </a:stretch>
        </a:blipFill>
        <a:effectLst/>
      </p:bgPr>
    </p:bg>
    <p:spTree>
      <p:nvGrpSpPr>
        <p:cNvPr id="15" name="Shape 15"/>
        <p:cNvGrpSpPr/>
        <p:nvPr/>
      </p:nvGrpSpPr>
      <p:grpSpPr>
        <a:xfrm>
          <a:off x="0" y="0"/>
          <a:ext cx="0" cy="0"/>
          <a:chOff x="0" y="0"/>
          <a:chExt cx="0" cy="0"/>
        </a:xfrm>
      </p:grpSpPr>
      <p:sp>
        <p:nvSpPr>
          <p:cNvPr id="16" name="Google Shape;16;p2"/>
          <p:cNvSpPr txBox="1"/>
          <p:nvPr>
            <p:ph type="sldNum" idx="12"/>
          </p:nvPr>
        </p:nvSpPr>
        <p:spPr>
          <a:xfrm>
            <a:off x="11296611" y="6014423"/>
            <a:ext cx="731600" cy="524800"/>
          </a:xfrm>
          <a:prstGeom prst="rect">
            <a:avLst/>
          </a:prstGeom>
          <a:noFill/>
          <a:ln>
            <a:noFill/>
          </a:ln>
        </p:spPr>
        <p:txBody>
          <a:bodyPr spcFirstLastPara="1" wrap="square" lIns="91425" tIns="91425" rIns="91425" bIns="91425" anchor="ctr" anchorCtr="0">
            <a:noAutofit/>
          </a:bodyPr>
          <a:lstStyle>
            <a:lvl1pPr marL="0" marR="0" lvl="0" indent="0" algn="l">
              <a:lnSpc>
                <a:spcPct val="100000"/>
              </a:lnSpc>
              <a:spcBef>
                <a:spcPts val="0"/>
              </a:spcBef>
              <a:spcAft>
                <a:spcPts val="0"/>
              </a:spcAft>
              <a:buClr>
                <a:srgbClr val="000000"/>
              </a:buClr>
              <a:buSzPts val="1400"/>
              <a:buFont typeface="Arial" panose="020B0604020202020204"/>
              <a:buNone/>
              <a:defRPr sz="1865" b="0" i="0" u="none" strike="noStrike" cap="none">
                <a:solidFill>
                  <a:srgbClr val="000000"/>
                </a:solidFill>
                <a:latin typeface="Arial" panose="020B0604020202020204"/>
                <a:ea typeface="Arial" panose="020B0604020202020204"/>
                <a:cs typeface="Arial" panose="020B0604020202020204"/>
                <a:sym typeface="Arial" panose="020B0604020202020204"/>
              </a:defRPr>
            </a:lvl1pPr>
            <a:lvl2pPr marL="0" marR="0" lvl="1" indent="0" algn="l">
              <a:lnSpc>
                <a:spcPct val="100000"/>
              </a:lnSpc>
              <a:spcBef>
                <a:spcPts val="0"/>
              </a:spcBef>
              <a:spcAft>
                <a:spcPts val="0"/>
              </a:spcAft>
              <a:buClr>
                <a:srgbClr val="000000"/>
              </a:buClr>
              <a:buSzPts val="1400"/>
              <a:buFont typeface="Arial" panose="020B0604020202020204"/>
              <a:buNone/>
              <a:defRPr sz="1865" b="0" i="0" u="none" strike="noStrike" cap="none">
                <a:solidFill>
                  <a:srgbClr val="000000"/>
                </a:solidFill>
                <a:latin typeface="Arial" panose="020B0604020202020204"/>
                <a:ea typeface="Arial" panose="020B0604020202020204"/>
                <a:cs typeface="Arial" panose="020B0604020202020204"/>
                <a:sym typeface="Arial" panose="020B0604020202020204"/>
              </a:defRPr>
            </a:lvl2pPr>
            <a:lvl3pPr marL="0" marR="0" lvl="2" indent="0" algn="l">
              <a:lnSpc>
                <a:spcPct val="100000"/>
              </a:lnSpc>
              <a:spcBef>
                <a:spcPts val="0"/>
              </a:spcBef>
              <a:spcAft>
                <a:spcPts val="0"/>
              </a:spcAft>
              <a:buClr>
                <a:srgbClr val="000000"/>
              </a:buClr>
              <a:buSzPts val="1400"/>
              <a:buFont typeface="Arial" panose="020B0604020202020204"/>
              <a:buNone/>
              <a:defRPr sz="1865" b="0" i="0" u="none" strike="noStrike" cap="none">
                <a:solidFill>
                  <a:srgbClr val="000000"/>
                </a:solidFill>
                <a:latin typeface="Arial" panose="020B0604020202020204"/>
                <a:ea typeface="Arial" panose="020B0604020202020204"/>
                <a:cs typeface="Arial" panose="020B0604020202020204"/>
                <a:sym typeface="Arial" panose="020B0604020202020204"/>
              </a:defRPr>
            </a:lvl3pPr>
            <a:lvl4pPr marL="0" marR="0" lvl="3" indent="0" algn="l">
              <a:lnSpc>
                <a:spcPct val="100000"/>
              </a:lnSpc>
              <a:spcBef>
                <a:spcPts val="0"/>
              </a:spcBef>
              <a:spcAft>
                <a:spcPts val="0"/>
              </a:spcAft>
              <a:buClr>
                <a:srgbClr val="000000"/>
              </a:buClr>
              <a:buSzPts val="1400"/>
              <a:buFont typeface="Arial" panose="020B0604020202020204"/>
              <a:buNone/>
              <a:defRPr sz="1865" b="0" i="0" u="none" strike="noStrike" cap="none">
                <a:solidFill>
                  <a:srgbClr val="000000"/>
                </a:solidFill>
                <a:latin typeface="Arial" panose="020B0604020202020204"/>
                <a:ea typeface="Arial" panose="020B0604020202020204"/>
                <a:cs typeface="Arial" panose="020B0604020202020204"/>
                <a:sym typeface="Arial" panose="020B0604020202020204"/>
              </a:defRPr>
            </a:lvl4pPr>
            <a:lvl5pPr marL="0" marR="0" lvl="4" indent="0" algn="l">
              <a:lnSpc>
                <a:spcPct val="100000"/>
              </a:lnSpc>
              <a:spcBef>
                <a:spcPts val="0"/>
              </a:spcBef>
              <a:spcAft>
                <a:spcPts val="0"/>
              </a:spcAft>
              <a:buClr>
                <a:srgbClr val="000000"/>
              </a:buClr>
              <a:buSzPts val="1400"/>
              <a:buFont typeface="Arial" panose="020B0604020202020204"/>
              <a:buNone/>
              <a:defRPr sz="1865" b="0" i="0" u="none" strike="noStrike" cap="none">
                <a:solidFill>
                  <a:srgbClr val="000000"/>
                </a:solidFill>
                <a:latin typeface="Arial" panose="020B0604020202020204"/>
                <a:ea typeface="Arial" panose="020B0604020202020204"/>
                <a:cs typeface="Arial" panose="020B0604020202020204"/>
                <a:sym typeface="Arial" panose="020B0604020202020204"/>
              </a:defRPr>
            </a:lvl5pPr>
            <a:lvl6pPr marL="0" marR="0" lvl="5" indent="0" algn="l">
              <a:lnSpc>
                <a:spcPct val="100000"/>
              </a:lnSpc>
              <a:spcBef>
                <a:spcPts val="0"/>
              </a:spcBef>
              <a:spcAft>
                <a:spcPts val="0"/>
              </a:spcAft>
              <a:buClr>
                <a:srgbClr val="000000"/>
              </a:buClr>
              <a:buSzPts val="1400"/>
              <a:buFont typeface="Arial" panose="020B0604020202020204"/>
              <a:buNone/>
              <a:defRPr sz="1865" b="0" i="0" u="none" strike="noStrike" cap="none">
                <a:solidFill>
                  <a:srgbClr val="000000"/>
                </a:solidFill>
                <a:latin typeface="Arial" panose="020B0604020202020204"/>
                <a:ea typeface="Arial" panose="020B0604020202020204"/>
                <a:cs typeface="Arial" panose="020B0604020202020204"/>
                <a:sym typeface="Arial" panose="020B0604020202020204"/>
              </a:defRPr>
            </a:lvl6pPr>
            <a:lvl7pPr marL="0" marR="0" lvl="6" indent="0" algn="l">
              <a:lnSpc>
                <a:spcPct val="100000"/>
              </a:lnSpc>
              <a:spcBef>
                <a:spcPts val="0"/>
              </a:spcBef>
              <a:spcAft>
                <a:spcPts val="0"/>
              </a:spcAft>
              <a:buClr>
                <a:srgbClr val="000000"/>
              </a:buClr>
              <a:buSzPts val="1400"/>
              <a:buFont typeface="Arial" panose="020B0604020202020204"/>
              <a:buNone/>
              <a:defRPr sz="1865" b="0" i="0" u="none" strike="noStrike" cap="none">
                <a:solidFill>
                  <a:srgbClr val="000000"/>
                </a:solidFill>
                <a:latin typeface="Arial" panose="020B0604020202020204"/>
                <a:ea typeface="Arial" panose="020B0604020202020204"/>
                <a:cs typeface="Arial" panose="020B0604020202020204"/>
                <a:sym typeface="Arial" panose="020B0604020202020204"/>
              </a:defRPr>
            </a:lvl7pPr>
            <a:lvl8pPr marL="0" marR="0" lvl="7" indent="0" algn="l">
              <a:lnSpc>
                <a:spcPct val="100000"/>
              </a:lnSpc>
              <a:spcBef>
                <a:spcPts val="0"/>
              </a:spcBef>
              <a:spcAft>
                <a:spcPts val="0"/>
              </a:spcAft>
              <a:buClr>
                <a:srgbClr val="000000"/>
              </a:buClr>
              <a:buSzPts val="1400"/>
              <a:buFont typeface="Arial" panose="020B0604020202020204"/>
              <a:buNone/>
              <a:defRPr sz="1865" b="0" i="0" u="none" strike="noStrike" cap="none">
                <a:solidFill>
                  <a:srgbClr val="000000"/>
                </a:solidFill>
                <a:latin typeface="Arial" panose="020B0604020202020204"/>
                <a:ea typeface="Arial" panose="020B0604020202020204"/>
                <a:cs typeface="Arial" panose="020B0604020202020204"/>
                <a:sym typeface="Arial" panose="020B0604020202020204"/>
              </a:defRPr>
            </a:lvl8pPr>
            <a:lvl9pPr marL="0" marR="0" lvl="8" indent="0" algn="l">
              <a:lnSpc>
                <a:spcPct val="100000"/>
              </a:lnSpc>
              <a:spcBef>
                <a:spcPts val="0"/>
              </a:spcBef>
              <a:spcAft>
                <a:spcPts val="0"/>
              </a:spcAft>
              <a:buClr>
                <a:srgbClr val="000000"/>
              </a:buClr>
              <a:buSzPts val="1400"/>
              <a:buFont typeface="Arial" panose="020B0604020202020204"/>
              <a:buNone/>
              <a:defRPr sz="1865" b="0" i="0" u="none" strike="noStrike" cap="none">
                <a:solidFill>
                  <a:srgbClr val="000000"/>
                </a:solidFill>
                <a:latin typeface="Arial" panose="020B0604020202020204"/>
                <a:ea typeface="Arial" panose="020B0604020202020204"/>
                <a:cs typeface="Arial" panose="020B0604020202020204"/>
                <a:sym typeface="Arial" panose="020B0604020202020204"/>
              </a:defRPr>
            </a:lvl9pPr>
          </a:lstStyle>
          <a:p>
            <a:pPr marL="0" lvl="0" indent="0" algn="l" rtl="0">
              <a:spcBef>
                <a:spcPts val="0"/>
              </a:spcBef>
              <a:spcAft>
                <a:spcPts val="0"/>
              </a:spcAft>
              <a:buNone/>
            </a:pPr>
            <a:fld id="{00000000-1234-1234-1234-123412341234}" type="slidenum">
              <a:rPr lang="en-US"/>
            </a:fld>
            <a:endParaRPr lang="en-US"/>
          </a:p>
        </p:txBody>
      </p:sp>
      <p:pic>
        <p:nvPicPr>
          <p:cNvPr id="17" name="Google Shape;17;p2"/>
          <p:cNvPicPr preferRelativeResize="0"/>
          <p:nvPr/>
        </p:nvPicPr>
        <p:blipFill rotWithShape="1">
          <a:blip r:embed="rId3"/>
          <a:srcRect l="-4728" t="-53157" r="-4727" b="-53198"/>
          <a:stretch>
            <a:fillRect/>
          </a:stretch>
        </p:blipFill>
        <p:spPr>
          <a:xfrm>
            <a:off x="366467" y="134733"/>
            <a:ext cx="1942867" cy="475200"/>
          </a:xfrm>
          <a:prstGeom prst="rect">
            <a:avLst/>
          </a:prstGeom>
          <a:noFill/>
          <a:ln>
            <a:noFill/>
          </a:ln>
        </p:spPr>
      </p:pic>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matchingName="Title and body 5">
  <p:cSld name="Title and body 5">
    <p:bg>
      <p:bgPr>
        <a:blipFill>
          <a:blip r:embed="rId2"/>
          <a:stretch>
            <a:fillRect/>
          </a:stretch>
        </a:blipFill>
        <a:effectLst/>
      </p:bgPr>
    </p:bg>
    <p:spTree>
      <p:nvGrpSpPr>
        <p:cNvPr id="18" name="Shape 18"/>
        <p:cNvGrpSpPr/>
        <p:nvPr/>
      </p:nvGrpSpPr>
      <p:grpSpPr>
        <a:xfrm>
          <a:off x="0" y="0"/>
          <a:ext cx="0" cy="0"/>
          <a:chOff x="0" y="0"/>
          <a:chExt cx="0" cy="0"/>
        </a:xfrm>
      </p:grpSpPr>
      <p:sp>
        <p:nvSpPr>
          <p:cNvPr id="19" name="Google Shape;19;p3"/>
          <p:cNvSpPr txBox="1"/>
          <p:nvPr>
            <p:ph type="sldNum" idx="12"/>
          </p:nvPr>
        </p:nvSpPr>
        <p:spPr>
          <a:xfrm>
            <a:off x="11296611" y="6014423"/>
            <a:ext cx="731600" cy="524800"/>
          </a:xfrm>
          <a:prstGeom prst="rect">
            <a:avLst/>
          </a:prstGeom>
          <a:noFill/>
          <a:ln>
            <a:noFill/>
          </a:ln>
        </p:spPr>
        <p:txBody>
          <a:bodyPr spcFirstLastPara="1" wrap="square" lIns="91425" tIns="91425" rIns="91425" bIns="91425" anchor="ctr" anchorCtr="0">
            <a:noAutofit/>
          </a:bodyPr>
          <a:lstStyle>
            <a:lvl1pPr marL="0" marR="0" lvl="0" indent="0" algn="l">
              <a:lnSpc>
                <a:spcPct val="100000"/>
              </a:lnSpc>
              <a:spcBef>
                <a:spcPts val="0"/>
              </a:spcBef>
              <a:spcAft>
                <a:spcPts val="0"/>
              </a:spcAft>
              <a:buClr>
                <a:srgbClr val="000000"/>
              </a:buClr>
              <a:buSzPts val="1400"/>
              <a:buFont typeface="Arial" panose="020B0604020202020204"/>
              <a:buNone/>
              <a:defRPr sz="1865" b="0" i="0" u="none" strike="noStrike" cap="none">
                <a:solidFill>
                  <a:srgbClr val="000000"/>
                </a:solidFill>
                <a:latin typeface="Arial" panose="020B0604020202020204"/>
                <a:ea typeface="Arial" panose="020B0604020202020204"/>
                <a:cs typeface="Arial" panose="020B0604020202020204"/>
                <a:sym typeface="Arial" panose="020B0604020202020204"/>
              </a:defRPr>
            </a:lvl1pPr>
            <a:lvl2pPr marL="0" marR="0" lvl="1" indent="0" algn="l">
              <a:lnSpc>
                <a:spcPct val="100000"/>
              </a:lnSpc>
              <a:spcBef>
                <a:spcPts val="0"/>
              </a:spcBef>
              <a:spcAft>
                <a:spcPts val="0"/>
              </a:spcAft>
              <a:buClr>
                <a:srgbClr val="000000"/>
              </a:buClr>
              <a:buSzPts val="1400"/>
              <a:buFont typeface="Arial" panose="020B0604020202020204"/>
              <a:buNone/>
              <a:defRPr sz="1865" b="0" i="0" u="none" strike="noStrike" cap="none">
                <a:solidFill>
                  <a:srgbClr val="000000"/>
                </a:solidFill>
                <a:latin typeface="Arial" panose="020B0604020202020204"/>
                <a:ea typeface="Arial" panose="020B0604020202020204"/>
                <a:cs typeface="Arial" panose="020B0604020202020204"/>
                <a:sym typeface="Arial" panose="020B0604020202020204"/>
              </a:defRPr>
            </a:lvl2pPr>
            <a:lvl3pPr marL="0" marR="0" lvl="2" indent="0" algn="l">
              <a:lnSpc>
                <a:spcPct val="100000"/>
              </a:lnSpc>
              <a:spcBef>
                <a:spcPts val="0"/>
              </a:spcBef>
              <a:spcAft>
                <a:spcPts val="0"/>
              </a:spcAft>
              <a:buClr>
                <a:srgbClr val="000000"/>
              </a:buClr>
              <a:buSzPts val="1400"/>
              <a:buFont typeface="Arial" panose="020B0604020202020204"/>
              <a:buNone/>
              <a:defRPr sz="1865" b="0" i="0" u="none" strike="noStrike" cap="none">
                <a:solidFill>
                  <a:srgbClr val="000000"/>
                </a:solidFill>
                <a:latin typeface="Arial" panose="020B0604020202020204"/>
                <a:ea typeface="Arial" panose="020B0604020202020204"/>
                <a:cs typeface="Arial" panose="020B0604020202020204"/>
                <a:sym typeface="Arial" panose="020B0604020202020204"/>
              </a:defRPr>
            </a:lvl3pPr>
            <a:lvl4pPr marL="0" marR="0" lvl="3" indent="0" algn="l">
              <a:lnSpc>
                <a:spcPct val="100000"/>
              </a:lnSpc>
              <a:spcBef>
                <a:spcPts val="0"/>
              </a:spcBef>
              <a:spcAft>
                <a:spcPts val="0"/>
              </a:spcAft>
              <a:buClr>
                <a:srgbClr val="000000"/>
              </a:buClr>
              <a:buSzPts val="1400"/>
              <a:buFont typeface="Arial" panose="020B0604020202020204"/>
              <a:buNone/>
              <a:defRPr sz="1865" b="0" i="0" u="none" strike="noStrike" cap="none">
                <a:solidFill>
                  <a:srgbClr val="000000"/>
                </a:solidFill>
                <a:latin typeface="Arial" panose="020B0604020202020204"/>
                <a:ea typeface="Arial" panose="020B0604020202020204"/>
                <a:cs typeface="Arial" panose="020B0604020202020204"/>
                <a:sym typeface="Arial" panose="020B0604020202020204"/>
              </a:defRPr>
            </a:lvl4pPr>
            <a:lvl5pPr marL="0" marR="0" lvl="4" indent="0" algn="l">
              <a:lnSpc>
                <a:spcPct val="100000"/>
              </a:lnSpc>
              <a:spcBef>
                <a:spcPts val="0"/>
              </a:spcBef>
              <a:spcAft>
                <a:spcPts val="0"/>
              </a:spcAft>
              <a:buClr>
                <a:srgbClr val="000000"/>
              </a:buClr>
              <a:buSzPts val="1400"/>
              <a:buFont typeface="Arial" panose="020B0604020202020204"/>
              <a:buNone/>
              <a:defRPr sz="1865" b="0" i="0" u="none" strike="noStrike" cap="none">
                <a:solidFill>
                  <a:srgbClr val="000000"/>
                </a:solidFill>
                <a:latin typeface="Arial" panose="020B0604020202020204"/>
                <a:ea typeface="Arial" panose="020B0604020202020204"/>
                <a:cs typeface="Arial" panose="020B0604020202020204"/>
                <a:sym typeface="Arial" panose="020B0604020202020204"/>
              </a:defRPr>
            </a:lvl5pPr>
            <a:lvl6pPr marL="0" marR="0" lvl="5" indent="0" algn="l">
              <a:lnSpc>
                <a:spcPct val="100000"/>
              </a:lnSpc>
              <a:spcBef>
                <a:spcPts val="0"/>
              </a:spcBef>
              <a:spcAft>
                <a:spcPts val="0"/>
              </a:spcAft>
              <a:buClr>
                <a:srgbClr val="000000"/>
              </a:buClr>
              <a:buSzPts val="1400"/>
              <a:buFont typeface="Arial" panose="020B0604020202020204"/>
              <a:buNone/>
              <a:defRPr sz="1865" b="0" i="0" u="none" strike="noStrike" cap="none">
                <a:solidFill>
                  <a:srgbClr val="000000"/>
                </a:solidFill>
                <a:latin typeface="Arial" panose="020B0604020202020204"/>
                <a:ea typeface="Arial" panose="020B0604020202020204"/>
                <a:cs typeface="Arial" panose="020B0604020202020204"/>
                <a:sym typeface="Arial" panose="020B0604020202020204"/>
              </a:defRPr>
            </a:lvl6pPr>
            <a:lvl7pPr marL="0" marR="0" lvl="6" indent="0" algn="l">
              <a:lnSpc>
                <a:spcPct val="100000"/>
              </a:lnSpc>
              <a:spcBef>
                <a:spcPts val="0"/>
              </a:spcBef>
              <a:spcAft>
                <a:spcPts val="0"/>
              </a:spcAft>
              <a:buClr>
                <a:srgbClr val="000000"/>
              </a:buClr>
              <a:buSzPts val="1400"/>
              <a:buFont typeface="Arial" panose="020B0604020202020204"/>
              <a:buNone/>
              <a:defRPr sz="1865" b="0" i="0" u="none" strike="noStrike" cap="none">
                <a:solidFill>
                  <a:srgbClr val="000000"/>
                </a:solidFill>
                <a:latin typeface="Arial" panose="020B0604020202020204"/>
                <a:ea typeface="Arial" panose="020B0604020202020204"/>
                <a:cs typeface="Arial" panose="020B0604020202020204"/>
                <a:sym typeface="Arial" panose="020B0604020202020204"/>
              </a:defRPr>
            </a:lvl7pPr>
            <a:lvl8pPr marL="0" marR="0" lvl="7" indent="0" algn="l">
              <a:lnSpc>
                <a:spcPct val="100000"/>
              </a:lnSpc>
              <a:spcBef>
                <a:spcPts val="0"/>
              </a:spcBef>
              <a:spcAft>
                <a:spcPts val="0"/>
              </a:spcAft>
              <a:buClr>
                <a:srgbClr val="000000"/>
              </a:buClr>
              <a:buSzPts val="1400"/>
              <a:buFont typeface="Arial" panose="020B0604020202020204"/>
              <a:buNone/>
              <a:defRPr sz="1865" b="0" i="0" u="none" strike="noStrike" cap="none">
                <a:solidFill>
                  <a:srgbClr val="000000"/>
                </a:solidFill>
                <a:latin typeface="Arial" panose="020B0604020202020204"/>
                <a:ea typeface="Arial" panose="020B0604020202020204"/>
                <a:cs typeface="Arial" panose="020B0604020202020204"/>
                <a:sym typeface="Arial" panose="020B0604020202020204"/>
              </a:defRPr>
            </a:lvl8pPr>
            <a:lvl9pPr marL="0" marR="0" lvl="8" indent="0" algn="l">
              <a:lnSpc>
                <a:spcPct val="100000"/>
              </a:lnSpc>
              <a:spcBef>
                <a:spcPts val="0"/>
              </a:spcBef>
              <a:spcAft>
                <a:spcPts val="0"/>
              </a:spcAft>
              <a:buClr>
                <a:srgbClr val="000000"/>
              </a:buClr>
              <a:buSzPts val="1400"/>
              <a:buFont typeface="Arial" panose="020B0604020202020204"/>
              <a:buNone/>
              <a:defRPr sz="1865" b="0" i="0" u="none" strike="noStrike" cap="none">
                <a:solidFill>
                  <a:srgbClr val="000000"/>
                </a:solidFill>
                <a:latin typeface="Arial" panose="020B0604020202020204"/>
                <a:ea typeface="Arial" panose="020B0604020202020204"/>
                <a:cs typeface="Arial" panose="020B0604020202020204"/>
                <a:sym typeface="Arial" panose="020B0604020202020204"/>
              </a:defRPr>
            </a:lvl9pPr>
          </a:lstStyle>
          <a:p>
            <a:pPr marL="0" lvl="0" indent="0" algn="l" rtl="0">
              <a:spcBef>
                <a:spcPts val="0"/>
              </a:spcBef>
              <a:spcAft>
                <a:spcPts val="0"/>
              </a:spcAft>
              <a:buNone/>
            </a:pPr>
            <a:fld id="{00000000-1234-1234-1234-123412341234}" type="slidenum">
              <a:rPr lang="en-US"/>
            </a:fld>
            <a:endParaRPr lang="en-US"/>
          </a:p>
        </p:txBody>
      </p:sp>
      <p:pic>
        <p:nvPicPr>
          <p:cNvPr id="20" name="Google Shape;20;p3"/>
          <p:cNvPicPr preferRelativeResize="0"/>
          <p:nvPr/>
        </p:nvPicPr>
        <p:blipFill rotWithShape="1">
          <a:blip r:embed="rId3"/>
          <a:srcRect l="-4728" t="-53157" r="-4727" b="-53198"/>
          <a:stretch>
            <a:fillRect/>
          </a:stretch>
        </p:blipFill>
        <p:spPr>
          <a:xfrm>
            <a:off x="366467" y="134733"/>
            <a:ext cx="1942867" cy="475200"/>
          </a:xfrm>
          <a:prstGeom prst="rect">
            <a:avLst/>
          </a:prstGeom>
          <a:noFill/>
          <a:ln>
            <a:noFill/>
          </a:ln>
        </p:spPr>
      </p:pic>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title" matchingName="Title Slide">
  <p:cSld name="TITLE">
    <p:spTree>
      <p:nvGrpSpPr>
        <p:cNvPr id="21" name="Shape 21"/>
        <p:cNvGrpSpPr/>
        <p:nvPr/>
      </p:nvGrpSpPr>
      <p:grpSpPr>
        <a:xfrm>
          <a:off x="0" y="0"/>
          <a:ext cx="0" cy="0"/>
          <a:chOff x="0" y="0"/>
          <a:chExt cx="0" cy="0"/>
        </a:xfrm>
      </p:grpSpPr>
      <p:sp>
        <p:nvSpPr>
          <p:cNvPr id="22" name="Google Shape;22;p4"/>
          <p:cNvSpPr txBox="1"/>
          <p:nvPr>
            <p:ph type="ctrTitle"/>
          </p:nvPr>
        </p:nvSpPr>
        <p:spPr>
          <a:xfrm>
            <a:off x="1524000" y="1122363"/>
            <a:ext cx="9144000" cy="2387600"/>
          </a:xfrm>
          <a:prstGeom prst="rect">
            <a:avLst/>
          </a:prstGeom>
          <a:noFill/>
          <a:ln>
            <a:noFill/>
          </a:ln>
        </p:spPr>
        <p:txBody>
          <a:bodyPr spcFirstLastPara="1" wrap="square" lIns="91425" tIns="45700" rIns="91425" bIns="45700" anchor="b" anchorCtr="0">
            <a:normAutofit/>
          </a:bodyPr>
          <a:lstStyle>
            <a:lvl1pPr lvl="0" algn="ctr">
              <a:lnSpc>
                <a:spcPct val="90000"/>
              </a:lnSpc>
              <a:spcBef>
                <a:spcPts val="0"/>
              </a:spcBef>
              <a:spcAft>
                <a:spcPts val="0"/>
              </a:spcAft>
              <a:buClr>
                <a:schemeClr val="dk1"/>
              </a:buClr>
              <a:buSzPts val="6000"/>
              <a:buFont typeface="Calibri" panose="020F0502020204030204"/>
              <a:buNone/>
              <a:defRPr sz="6000"/>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23" name="Google Shape;23;p4"/>
          <p:cNvSpPr txBox="1"/>
          <p:nvPr>
            <p:ph type="subTitle" idx="1"/>
          </p:nvPr>
        </p:nvSpPr>
        <p:spPr>
          <a:xfrm>
            <a:off x="1524000" y="3602038"/>
            <a:ext cx="9144000" cy="1655762"/>
          </a:xfrm>
          <a:prstGeom prst="rect">
            <a:avLst/>
          </a:prstGeom>
          <a:noFill/>
          <a:ln>
            <a:noFill/>
          </a:ln>
        </p:spPr>
        <p:txBody>
          <a:bodyPr spcFirstLastPara="1" wrap="square" lIns="91425" tIns="45700" rIns="91425" bIns="45700" anchor="t" anchorCtr="0">
            <a:normAutofit/>
          </a:bodyPr>
          <a:lstStyle>
            <a:lvl1pPr lvl="0" algn="ctr">
              <a:lnSpc>
                <a:spcPct val="90000"/>
              </a:lnSpc>
              <a:spcBef>
                <a:spcPts val="1000"/>
              </a:spcBef>
              <a:spcAft>
                <a:spcPts val="0"/>
              </a:spcAft>
              <a:buClr>
                <a:schemeClr val="dk1"/>
              </a:buClr>
              <a:buSzPts val="2400"/>
              <a:buNone/>
              <a:defRPr sz="2400"/>
            </a:lvl1pPr>
            <a:lvl2pPr lvl="1" algn="ctr">
              <a:lnSpc>
                <a:spcPct val="90000"/>
              </a:lnSpc>
              <a:spcBef>
                <a:spcPts val="500"/>
              </a:spcBef>
              <a:spcAft>
                <a:spcPts val="0"/>
              </a:spcAft>
              <a:buClr>
                <a:schemeClr val="dk1"/>
              </a:buClr>
              <a:buSzPts val="2000"/>
              <a:buNone/>
              <a:defRPr sz="2000"/>
            </a:lvl2pPr>
            <a:lvl3pPr lvl="2" algn="ctr">
              <a:lnSpc>
                <a:spcPct val="90000"/>
              </a:lnSpc>
              <a:spcBef>
                <a:spcPts val="500"/>
              </a:spcBef>
              <a:spcAft>
                <a:spcPts val="0"/>
              </a:spcAft>
              <a:buClr>
                <a:schemeClr val="dk1"/>
              </a:buClr>
              <a:buSzPts val="1800"/>
              <a:buNone/>
              <a:defRPr sz="1800"/>
            </a:lvl3pPr>
            <a:lvl4pPr lvl="3" algn="ctr">
              <a:lnSpc>
                <a:spcPct val="90000"/>
              </a:lnSpc>
              <a:spcBef>
                <a:spcPts val="500"/>
              </a:spcBef>
              <a:spcAft>
                <a:spcPts val="0"/>
              </a:spcAft>
              <a:buClr>
                <a:schemeClr val="dk1"/>
              </a:buClr>
              <a:buSzPts val="1600"/>
              <a:buNone/>
              <a:defRPr sz="1600"/>
            </a:lvl4pPr>
            <a:lvl5pPr lvl="4" algn="ctr">
              <a:lnSpc>
                <a:spcPct val="90000"/>
              </a:lnSpc>
              <a:spcBef>
                <a:spcPts val="500"/>
              </a:spcBef>
              <a:spcAft>
                <a:spcPts val="0"/>
              </a:spcAft>
              <a:buClr>
                <a:schemeClr val="dk1"/>
              </a:buClr>
              <a:buSzPts val="1600"/>
              <a:buNone/>
              <a:defRPr sz="1600"/>
            </a:lvl5pPr>
            <a:lvl6pPr lvl="5" algn="ctr">
              <a:lnSpc>
                <a:spcPct val="90000"/>
              </a:lnSpc>
              <a:spcBef>
                <a:spcPts val="500"/>
              </a:spcBef>
              <a:spcAft>
                <a:spcPts val="0"/>
              </a:spcAft>
              <a:buClr>
                <a:schemeClr val="dk1"/>
              </a:buClr>
              <a:buSzPts val="1600"/>
              <a:buNone/>
              <a:defRPr sz="1600"/>
            </a:lvl6pPr>
            <a:lvl7pPr lvl="6" algn="ctr">
              <a:lnSpc>
                <a:spcPct val="90000"/>
              </a:lnSpc>
              <a:spcBef>
                <a:spcPts val="500"/>
              </a:spcBef>
              <a:spcAft>
                <a:spcPts val="0"/>
              </a:spcAft>
              <a:buClr>
                <a:schemeClr val="dk1"/>
              </a:buClr>
              <a:buSzPts val="1600"/>
              <a:buNone/>
              <a:defRPr sz="1600"/>
            </a:lvl7pPr>
            <a:lvl8pPr lvl="7" algn="ctr">
              <a:lnSpc>
                <a:spcPct val="90000"/>
              </a:lnSpc>
              <a:spcBef>
                <a:spcPts val="500"/>
              </a:spcBef>
              <a:spcAft>
                <a:spcPts val="0"/>
              </a:spcAft>
              <a:buClr>
                <a:schemeClr val="dk1"/>
              </a:buClr>
              <a:buSzPts val="1600"/>
              <a:buNone/>
              <a:defRPr sz="1600"/>
            </a:lvl8pPr>
            <a:lvl9pPr lvl="8" algn="ctr">
              <a:lnSpc>
                <a:spcPct val="90000"/>
              </a:lnSpc>
              <a:spcBef>
                <a:spcPts val="500"/>
              </a:spcBef>
              <a:spcAft>
                <a:spcPts val="0"/>
              </a:spcAft>
              <a:buClr>
                <a:schemeClr val="dk1"/>
              </a:buClr>
              <a:buSzPts val="1600"/>
              <a:buNone/>
              <a:defRPr sz="1600"/>
            </a:lvl9pPr>
          </a:lstStyle>
          <a:p/>
        </p:txBody>
      </p:sp>
      <p:sp>
        <p:nvSpPr>
          <p:cNvPr id="24" name="Google Shape;24;p4"/>
          <p:cNvSpPr txBox="1"/>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25" name="Google Shape;25;p4"/>
          <p:cNvSpPr txBox="1"/>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26" name="Google Shape;26;p4"/>
          <p:cNvSpPr txBox="1"/>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panose="020B0604020202020204"/>
              <a:buNone/>
              <a:defRPr sz="1200" b="1" i="0" u="none" strike="noStrike" cap="none">
                <a:solidFill>
                  <a:srgbClr val="888888"/>
                </a:solidFill>
                <a:latin typeface="Calibri" panose="020F0502020204030204"/>
                <a:ea typeface="Calibri" panose="020F0502020204030204"/>
                <a:cs typeface="Calibri" panose="020F0502020204030204"/>
                <a:sym typeface="Calibri" panose="020F0502020204030204"/>
              </a:defRPr>
            </a:lvl1pPr>
            <a:lvl2pPr marL="0" marR="0" lvl="1" indent="0" algn="r">
              <a:lnSpc>
                <a:spcPct val="100000"/>
              </a:lnSpc>
              <a:spcBef>
                <a:spcPts val="0"/>
              </a:spcBef>
              <a:spcAft>
                <a:spcPts val="0"/>
              </a:spcAft>
              <a:buClr>
                <a:srgbClr val="000000"/>
              </a:buClr>
              <a:buSzPts val="1200"/>
              <a:buFont typeface="Arial" panose="020B0604020202020204"/>
              <a:buNone/>
              <a:defRPr sz="1200" b="1" i="0" u="none" strike="noStrike" cap="none">
                <a:solidFill>
                  <a:srgbClr val="888888"/>
                </a:solidFill>
                <a:latin typeface="Calibri" panose="020F0502020204030204"/>
                <a:ea typeface="Calibri" panose="020F0502020204030204"/>
                <a:cs typeface="Calibri" panose="020F0502020204030204"/>
                <a:sym typeface="Calibri" panose="020F0502020204030204"/>
              </a:defRPr>
            </a:lvl2pPr>
            <a:lvl3pPr marL="0" marR="0" lvl="2" indent="0" algn="r">
              <a:lnSpc>
                <a:spcPct val="100000"/>
              </a:lnSpc>
              <a:spcBef>
                <a:spcPts val="0"/>
              </a:spcBef>
              <a:spcAft>
                <a:spcPts val="0"/>
              </a:spcAft>
              <a:buClr>
                <a:srgbClr val="000000"/>
              </a:buClr>
              <a:buSzPts val="1200"/>
              <a:buFont typeface="Arial" panose="020B0604020202020204"/>
              <a:buNone/>
              <a:defRPr sz="1200" b="1" i="0" u="none" strike="noStrike" cap="none">
                <a:solidFill>
                  <a:srgbClr val="888888"/>
                </a:solidFill>
                <a:latin typeface="Calibri" panose="020F0502020204030204"/>
                <a:ea typeface="Calibri" panose="020F0502020204030204"/>
                <a:cs typeface="Calibri" panose="020F0502020204030204"/>
                <a:sym typeface="Calibri" panose="020F0502020204030204"/>
              </a:defRPr>
            </a:lvl3pPr>
            <a:lvl4pPr marL="0" marR="0" lvl="3" indent="0" algn="r">
              <a:lnSpc>
                <a:spcPct val="100000"/>
              </a:lnSpc>
              <a:spcBef>
                <a:spcPts val="0"/>
              </a:spcBef>
              <a:spcAft>
                <a:spcPts val="0"/>
              </a:spcAft>
              <a:buClr>
                <a:srgbClr val="000000"/>
              </a:buClr>
              <a:buSzPts val="1200"/>
              <a:buFont typeface="Arial" panose="020B0604020202020204"/>
              <a:buNone/>
              <a:defRPr sz="1200" b="1" i="0" u="none" strike="noStrike" cap="none">
                <a:solidFill>
                  <a:srgbClr val="888888"/>
                </a:solidFill>
                <a:latin typeface="Calibri" panose="020F0502020204030204"/>
                <a:ea typeface="Calibri" panose="020F0502020204030204"/>
                <a:cs typeface="Calibri" panose="020F0502020204030204"/>
                <a:sym typeface="Calibri" panose="020F0502020204030204"/>
              </a:defRPr>
            </a:lvl4pPr>
            <a:lvl5pPr marL="0" marR="0" lvl="4" indent="0" algn="r">
              <a:lnSpc>
                <a:spcPct val="100000"/>
              </a:lnSpc>
              <a:spcBef>
                <a:spcPts val="0"/>
              </a:spcBef>
              <a:spcAft>
                <a:spcPts val="0"/>
              </a:spcAft>
              <a:buClr>
                <a:srgbClr val="000000"/>
              </a:buClr>
              <a:buSzPts val="1200"/>
              <a:buFont typeface="Arial" panose="020B0604020202020204"/>
              <a:buNone/>
              <a:defRPr sz="1200" b="1" i="0" u="none" strike="noStrike" cap="none">
                <a:solidFill>
                  <a:srgbClr val="888888"/>
                </a:solidFill>
                <a:latin typeface="Calibri" panose="020F0502020204030204"/>
                <a:ea typeface="Calibri" panose="020F0502020204030204"/>
                <a:cs typeface="Calibri" panose="020F0502020204030204"/>
                <a:sym typeface="Calibri" panose="020F0502020204030204"/>
              </a:defRPr>
            </a:lvl5pPr>
            <a:lvl6pPr marL="0" marR="0" lvl="5" indent="0" algn="r">
              <a:lnSpc>
                <a:spcPct val="100000"/>
              </a:lnSpc>
              <a:spcBef>
                <a:spcPts val="0"/>
              </a:spcBef>
              <a:spcAft>
                <a:spcPts val="0"/>
              </a:spcAft>
              <a:buClr>
                <a:srgbClr val="000000"/>
              </a:buClr>
              <a:buSzPts val="1200"/>
              <a:buFont typeface="Arial" panose="020B0604020202020204"/>
              <a:buNone/>
              <a:defRPr sz="1200" b="1" i="0" u="none" strike="noStrike" cap="none">
                <a:solidFill>
                  <a:srgbClr val="888888"/>
                </a:solidFill>
                <a:latin typeface="Calibri" panose="020F0502020204030204"/>
                <a:ea typeface="Calibri" panose="020F0502020204030204"/>
                <a:cs typeface="Calibri" panose="020F0502020204030204"/>
                <a:sym typeface="Calibri" panose="020F0502020204030204"/>
              </a:defRPr>
            </a:lvl6pPr>
            <a:lvl7pPr marL="0" marR="0" lvl="6" indent="0" algn="r">
              <a:lnSpc>
                <a:spcPct val="100000"/>
              </a:lnSpc>
              <a:spcBef>
                <a:spcPts val="0"/>
              </a:spcBef>
              <a:spcAft>
                <a:spcPts val="0"/>
              </a:spcAft>
              <a:buClr>
                <a:srgbClr val="000000"/>
              </a:buClr>
              <a:buSzPts val="1200"/>
              <a:buFont typeface="Arial" panose="020B0604020202020204"/>
              <a:buNone/>
              <a:defRPr sz="1200" b="1" i="0" u="none" strike="noStrike" cap="none">
                <a:solidFill>
                  <a:srgbClr val="888888"/>
                </a:solidFill>
                <a:latin typeface="Calibri" panose="020F0502020204030204"/>
                <a:ea typeface="Calibri" panose="020F0502020204030204"/>
                <a:cs typeface="Calibri" panose="020F0502020204030204"/>
                <a:sym typeface="Calibri" panose="020F0502020204030204"/>
              </a:defRPr>
            </a:lvl7pPr>
            <a:lvl8pPr marL="0" marR="0" lvl="7" indent="0" algn="r">
              <a:lnSpc>
                <a:spcPct val="100000"/>
              </a:lnSpc>
              <a:spcBef>
                <a:spcPts val="0"/>
              </a:spcBef>
              <a:spcAft>
                <a:spcPts val="0"/>
              </a:spcAft>
              <a:buClr>
                <a:srgbClr val="000000"/>
              </a:buClr>
              <a:buSzPts val="1200"/>
              <a:buFont typeface="Arial" panose="020B0604020202020204"/>
              <a:buNone/>
              <a:defRPr sz="1200" b="1" i="0" u="none" strike="noStrike" cap="none">
                <a:solidFill>
                  <a:srgbClr val="888888"/>
                </a:solidFill>
                <a:latin typeface="Calibri" panose="020F0502020204030204"/>
                <a:ea typeface="Calibri" panose="020F0502020204030204"/>
                <a:cs typeface="Calibri" panose="020F0502020204030204"/>
                <a:sym typeface="Calibri" panose="020F0502020204030204"/>
              </a:defRPr>
            </a:lvl8pPr>
            <a:lvl9pPr marL="0" marR="0" lvl="8" indent="0" algn="r">
              <a:lnSpc>
                <a:spcPct val="100000"/>
              </a:lnSpc>
              <a:spcBef>
                <a:spcPts val="0"/>
              </a:spcBef>
              <a:spcAft>
                <a:spcPts val="0"/>
              </a:spcAft>
              <a:buClr>
                <a:srgbClr val="000000"/>
              </a:buClr>
              <a:buSzPts val="1200"/>
              <a:buFont typeface="Arial" panose="020B0604020202020204"/>
              <a:buNone/>
              <a:defRPr sz="1200" b="1" i="0" u="none" strike="noStrike" cap="none">
                <a:solidFill>
                  <a:srgbClr val="888888"/>
                </a:solidFill>
                <a:latin typeface="Calibri" panose="020F0502020204030204"/>
                <a:ea typeface="Calibri" panose="020F0502020204030204"/>
                <a:cs typeface="Calibri" panose="020F0502020204030204"/>
                <a:sym typeface="Calibri" panose="020F0502020204030204"/>
              </a:defRPr>
            </a:lvl9pPr>
          </a:lstStyle>
          <a:p>
            <a:pPr marL="0" lvl="0" indent="0" algn="r" rtl="0">
              <a:spcBef>
                <a:spcPts val="0"/>
              </a:spcBef>
              <a:spcAft>
                <a:spcPts val="0"/>
              </a:spcAft>
              <a:buNone/>
            </a:pPr>
            <a:fld id="{00000000-1234-1234-1234-123412341234}" type="slidenum">
              <a:rPr lang="en-US"/>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obj" matchingName="Title and Content">
  <p:cSld name="OBJECT">
    <p:spTree>
      <p:nvGrpSpPr>
        <p:cNvPr id="27" name="Shape 27"/>
        <p:cNvGrpSpPr/>
        <p:nvPr/>
      </p:nvGrpSpPr>
      <p:grpSpPr>
        <a:xfrm>
          <a:off x="0" y="0"/>
          <a:ext cx="0" cy="0"/>
          <a:chOff x="0" y="0"/>
          <a:chExt cx="0" cy="0"/>
        </a:xfrm>
      </p:grpSpPr>
      <p:sp>
        <p:nvSpPr>
          <p:cNvPr id="28" name="Google Shape;28;p5"/>
          <p:cNvSpPr txBox="1"/>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29" name="Google Shape;29;p5"/>
          <p:cNvSpPr txBox="1"/>
          <p:nvPr>
            <p:ph type="body" idx="1"/>
          </p:nvPr>
        </p:nvSpPr>
        <p:spPr>
          <a:xfrm>
            <a:off x="838200" y="1825625"/>
            <a:ext cx="10515600" cy="4351338"/>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p:txBody>
      </p:sp>
      <p:sp>
        <p:nvSpPr>
          <p:cNvPr id="30" name="Google Shape;30;p5"/>
          <p:cNvSpPr txBox="1"/>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31" name="Google Shape;31;p5"/>
          <p:cNvSpPr txBox="1"/>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32" name="Google Shape;32;p5"/>
          <p:cNvSpPr txBox="1"/>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panose="020B0604020202020204"/>
              <a:buNone/>
              <a:defRPr sz="1200" b="1" i="0" u="none" strike="noStrike" cap="none">
                <a:solidFill>
                  <a:srgbClr val="888888"/>
                </a:solidFill>
                <a:latin typeface="Calibri" panose="020F0502020204030204"/>
                <a:ea typeface="Calibri" panose="020F0502020204030204"/>
                <a:cs typeface="Calibri" panose="020F0502020204030204"/>
                <a:sym typeface="Calibri" panose="020F0502020204030204"/>
              </a:defRPr>
            </a:lvl1pPr>
            <a:lvl2pPr marL="0" marR="0" lvl="1" indent="0" algn="r">
              <a:lnSpc>
                <a:spcPct val="100000"/>
              </a:lnSpc>
              <a:spcBef>
                <a:spcPts val="0"/>
              </a:spcBef>
              <a:spcAft>
                <a:spcPts val="0"/>
              </a:spcAft>
              <a:buClr>
                <a:srgbClr val="000000"/>
              </a:buClr>
              <a:buSzPts val="1200"/>
              <a:buFont typeface="Arial" panose="020B0604020202020204"/>
              <a:buNone/>
              <a:defRPr sz="1200" b="1" i="0" u="none" strike="noStrike" cap="none">
                <a:solidFill>
                  <a:srgbClr val="888888"/>
                </a:solidFill>
                <a:latin typeface="Calibri" panose="020F0502020204030204"/>
                <a:ea typeface="Calibri" panose="020F0502020204030204"/>
                <a:cs typeface="Calibri" panose="020F0502020204030204"/>
                <a:sym typeface="Calibri" panose="020F0502020204030204"/>
              </a:defRPr>
            </a:lvl2pPr>
            <a:lvl3pPr marL="0" marR="0" lvl="2" indent="0" algn="r">
              <a:lnSpc>
                <a:spcPct val="100000"/>
              </a:lnSpc>
              <a:spcBef>
                <a:spcPts val="0"/>
              </a:spcBef>
              <a:spcAft>
                <a:spcPts val="0"/>
              </a:spcAft>
              <a:buClr>
                <a:srgbClr val="000000"/>
              </a:buClr>
              <a:buSzPts val="1200"/>
              <a:buFont typeface="Arial" panose="020B0604020202020204"/>
              <a:buNone/>
              <a:defRPr sz="1200" b="1" i="0" u="none" strike="noStrike" cap="none">
                <a:solidFill>
                  <a:srgbClr val="888888"/>
                </a:solidFill>
                <a:latin typeface="Calibri" panose="020F0502020204030204"/>
                <a:ea typeface="Calibri" panose="020F0502020204030204"/>
                <a:cs typeface="Calibri" panose="020F0502020204030204"/>
                <a:sym typeface="Calibri" panose="020F0502020204030204"/>
              </a:defRPr>
            </a:lvl3pPr>
            <a:lvl4pPr marL="0" marR="0" lvl="3" indent="0" algn="r">
              <a:lnSpc>
                <a:spcPct val="100000"/>
              </a:lnSpc>
              <a:spcBef>
                <a:spcPts val="0"/>
              </a:spcBef>
              <a:spcAft>
                <a:spcPts val="0"/>
              </a:spcAft>
              <a:buClr>
                <a:srgbClr val="000000"/>
              </a:buClr>
              <a:buSzPts val="1200"/>
              <a:buFont typeface="Arial" panose="020B0604020202020204"/>
              <a:buNone/>
              <a:defRPr sz="1200" b="1" i="0" u="none" strike="noStrike" cap="none">
                <a:solidFill>
                  <a:srgbClr val="888888"/>
                </a:solidFill>
                <a:latin typeface="Calibri" panose="020F0502020204030204"/>
                <a:ea typeface="Calibri" panose="020F0502020204030204"/>
                <a:cs typeface="Calibri" panose="020F0502020204030204"/>
                <a:sym typeface="Calibri" panose="020F0502020204030204"/>
              </a:defRPr>
            </a:lvl4pPr>
            <a:lvl5pPr marL="0" marR="0" lvl="4" indent="0" algn="r">
              <a:lnSpc>
                <a:spcPct val="100000"/>
              </a:lnSpc>
              <a:spcBef>
                <a:spcPts val="0"/>
              </a:spcBef>
              <a:spcAft>
                <a:spcPts val="0"/>
              </a:spcAft>
              <a:buClr>
                <a:srgbClr val="000000"/>
              </a:buClr>
              <a:buSzPts val="1200"/>
              <a:buFont typeface="Arial" panose="020B0604020202020204"/>
              <a:buNone/>
              <a:defRPr sz="1200" b="1" i="0" u="none" strike="noStrike" cap="none">
                <a:solidFill>
                  <a:srgbClr val="888888"/>
                </a:solidFill>
                <a:latin typeface="Calibri" panose="020F0502020204030204"/>
                <a:ea typeface="Calibri" panose="020F0502020204030204"/>
                <a:cs typeface="Calibri" panose="020F0502020204030204"/>
                <a:sym typeface="Calibri" panose="020F0502020204030204"/>
              </a:defRPr>
            </a:lvl5pPr>
            <a:lvl6pPr marL="0" marR="0" lvl="5" indent="0" algn="r">
              <a:lnSpc>
                <a:spcPct val="100000"/>
              </a:lnSpc>
              <a:spcBef>
                <a:spcPts val="0"/>
              </a:spcBef>
              <a:spcAft>
                <a:spcPts val="0"/>
              </a:spcAft>
              <a:buClr>
                <a:srgbClr val="000000"/>
              </a:buClr>
              <a:buSzPts val="1200"/>
              <a:buFont typeface="Arial" panose="020B0604020202020204"/>
              <a:buNone/>
              <a:defRPr sz="1200" b="1" i="0" u="none" strike="noStrike" cap="none">
                <a:solidFill>
                  <a:srgbClr val="888888"/>
                </a:solidFill>
                <a:latin typeface="Calibri" panose="020F0502020204030204"/>
                <a:ea typeface="Calibri" panose="020F0502020204030204"/>
                <a:cs typeface="Calibri" panose="020F0502020204030204"/>
                <a:sym typeface="Calibri" panose="020F0502020204030204"/>
              </a:defRPr>
            </a:lvl6pPr>
            <a:lvl7pPr marL="0" marR="0" lvl="6" indent="0" algn="r">
              <a:lnSpc>
                <a:spcPct val="100000"/>
              </a:lnSpc>
              <a:spcBef>
                <a:spcPts val="0"/>
              </a:spcBef>
              <a:spcAft>
                <a:spcPts val="0"/>
              </a:spcAft>
              <a:buClr>
                <a:srgbClr val="000000"/>
              </a:buClr>
              <a:buSzPts val="1200"/>
              <a:buFont typeface="Arial" panose="020B0604020202020204"/>
              <a:buNone/>
              <a:defRPr sz="1200" b="1" i="0" u="none" strike="noStrike" cap="none">
                <a:solidFill>
                  <a:srgbClr val="888888"/>
                </a:solidFill>
                <a:latin typeface="Calibri" panose="020F0502020204030204"/>
                <a:ea typeface="Calibri" panose="020F0502020204030204"/>
                <a:cs typeface="Calibri" panose="020F0502020204030204"/>
                <a:sym typeface="Calibri" panose="020F0502020204030204"/>
              </a:defRPr>
            </a:lvl7pPr>
            <a:lvl8pPr marL="0" marR="0" lvl="7" indent="0" algn="r">
              <a:lnSpc>
                <a:spcPct val="100000"/>
              </a:lnSpc>
              <a:spcBef>
                <a:spcPts val="0"/>
              </a:spcBef>
              <a:spcAft>
                <a:spcPts val="0"/>
              </a:spcAft>
              <a:buClr>
                <a:srgbClr val="000000"/>
              </a:buClr>
              <a:buSzPts val="1200"/>
              <a:buFont typeface="Arial" panose="020B0604020202020204"/>
              <a:buNone/>
              <a:defRPr sz="1200" b="1" i="0" u="none" strike="noStrike" cap="none">
                <a:solidFill>
                  <a:srgbClr val="888888"/>
                </a:solidFill>
                <a:latin typeface="Calibri" panose="020F0502020204030204"/>
                <a:ea typeface="Calibri" panose="020F0502020204030204"/>
                <a:cs typeface="Calibri" panose="020F0502020204030204"/>
                <a:sym typeface="Calibri" panose="020F0502020204030204"/>
              </a:defRPr>
            </a:lvl8pPr>
            <a:lvl9pPr marL="0" marR="0" lvl="8" indent="0" algn="r">
              <a:lnSpc>
                <a:spcPct val="100000"/>
              </a:lnSpc>
              <a:spcBef>
                <a:spcPts val="0"/>
              </a:spcBef>
              <a:spcAft>
                <a:spcPts val="0"/>
              </a:spcAft>
              <a:buClr>
                <a:srgbClr val="000000"/>
              </a:buClr>
              <a:buSzPts val="1200"/>
              <a:buFont typeface="Arial" panose="020B0604020202020204"/>
              <a:buNone/>
              <a:defRPr sz="1200" b="1" i="0" u="none" strike="noStrike" cap="none">
                <a:solidFill>
                  <a:srgbClr val="888888"/>
                </a:solidFill>
                <a:latin typeface="Calibri" panose="020F0502020204030204"/>
                <a:ea typeface="Calibri" panose="020F0502020204030204"/>
                <a:cs typeface="Calibri" panose="020F0502020204030204"/>
                <a:sym typeface="Calibri" panose="020F0502020204030204"/>
              </a:defRPr>
            </a:lvl9pPr>
          </a:lstStyle>
          <a:p>
            <a:pPr marL="0" lvl="0" indent="0" algn="r" rtl="0">
              <a:spcBef>
                <a:spcPts val="0"/>
              </a:spcBef>
              <a:spcAft>
                <a:spcPts val="0"/>
              </a:spcAft>
              <a:buNone/>
            </a:pPr>
            <a:fld id="{00000000-1234-1234-1234-123412341234}" type="slidenum">
              <a:rPr lang="en-US"/>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secHead" matchingName="Section Header">
  <p:cSld name="SECTION_HEADER">
    <p:spTree>
      <p:nvGrpSpPr>
        <p:cNvPr id="33" name="Shape 33"/>
        <p:cNvGrpSpPr/>
        <p:nvPr/>
      </p:nvGrpSpPr>
      <p:grpSpPr>
        <a:xfrm>
          <a:off x="0" y="0"/>
          <a:ext cx="0" cy="0"/>
          <a:chOff x="0" y="0"/>
          <a:chExt cx="0" cy="0"/>
        </a:xfrm>
      </p:grpSpPr>
      <p:sp>
        <p:nvSpPr>
          <p:cNvPr id="34" name="Google Shape;34;p6"/>
          <p:cNvSpPr txBox="1"/>
          <p:nvPr>
            <p:ph type="title"/>
          </p:nvPr>
        </p:nvSpPr>
        <p:spPr>
          <a:xfrm>
            <a:off x="831850" y="1709738"/>
            <a:ext cx="10515600" cy="2852737"/>
          </a:xfrm>
          <a:prstGeom prst="rect">
            <a:avLst/>
          </a:prstGeom>
          <a:noFill/>
          <a:ln>
            <a:noFill/>
          </a:ln>
        </p:spPr>
        <p:txBody>
          <a:bodyPr spcFirstLastPara="1" wrap="square" lIns="91425" tIns="45700" rIns="91425" bIns="45700" anchor="b" anchorCtr="0">
            <a:normAutofit/>
          </a:bodyPr>
          <a:lstStyle>
            <a:lvl1pPr lvl="0" algn="l">
              <a:lnSpc>
                <a:spcPct val="90000"/>
              </a:lnSpc>
              <a:spcBef>
                <a:spcPts val="0"/>
              </a:spcBef>
              <a:spcAft>
                <a:spcPts val="0"/>
              </a:spcAft>
              <a:buClr>
                <a:schemeClr val="dk1"/>
              </a:buClr>
              <a:buSzPts val="6000"/>
              <a:buFont typeface="Calibri" panose="020F0502020204030204"/>
              <a:buNone/>
              <a:defRPr sz="6000"/>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35" name="Google Shape;35;p6"/>
          <p:cNvSpPr txBox="1"/>
          <p:nvPr>
            <p:ph type="body" idx="1"/>
          </p:nvPr>
        </p:nvSpPr>
        <p:spPr>
          <a:xfrm>
            <a:off x="831850" y="4589463"/>
            <a:ext cx="10515600" cy="1500187"/>
          </a:xfrm>
          <a:prstGeom prst="rect">
            <a:avLst/>
          </a:prstGeom>
          <a:noFill/>
          <a:ln>
            <a:noFill/>
          </a:ln>
        </p:spPr>
        <p:txBody>
          <a:bodyPr spcFirstLastPara="1" wrap="square" lIns="91425" tIns="45700" rIns="91425" bIns="45700" anchor="t" anchorCtr="0">
            <a:normAutofit/>
          </a:bodyPr>
          <a:lstStyle>
            <a:lvl1pPr marL="457200" lvl="0" indent="-228600" algn="l">
              <a:lnSpc>
                <a:spcPct val="90000"/>
              </a:lnSpc>
              <a:spcBef>
                <a:spcPts val="1000"/>
              </a:spcBef>
              <a:spcAft>
                <a:spcPts val="0"/>
              </a:spcAft>
              <a:buClr>
                <a:srgbClr val="888888"/>
              </a:buClr>
              <a:buSzPts val="2400"/>
              <a:buNone/>
              <a:defRPr sz="2400">
                <a:solidFill>
                  <a:srgbClr val="888888"/>
                </a:solidFill>
              </a:defRPr>
            </a:lvl1pPr>
            <a:lvl2pPr marL="914400" lvl="1" indent="-228600" algn="l">
              <a:lnSpc>
                <a:spcPct val="90000"/>
              </a:lnSpc>
              <a:spcBef>
                <a:spcPts val="500"/>
              </a:spcBef>
              <a:spcAft>
                <a:spcPts val="0"/>
              </a:spcAft>
              <a:buClr>
                <a:srgbClr val="888888"/>
              </a:buClr>
              <a:buSzPts val="2000"/>
              <a:buNone/>
              <a:defRPr sz="2000">
                <a:solidFill>
                  <a:srgbClr val="888888"/>
                </a:solidFill>
              </a:defRPr>
            </a:lvl2pPr>
            <a:lvl3pPr marL="1371600" lvl="2" indent="-228600" algn="l">
              <a:lnSpc>
                <a:spcPct val="90000"/>
              </a:lnSpc>
              <a:spcBef>
                <a:spcPts val="500"/>
              </a:spcBef>
              <a:spcAft>
                <a:spcPts val="0"/>
              </a:spcAft>
              <a:buClr>
                <a:srgbClr val="888888"/>
              </a:buClr>
              <a:buSzPts val="1800"/>
              <a:buNone/>
              <a:defRPr sz="1800">
                <a:solidFill>
                  <a:srgbClr val="888888"/>
                </a:solidFill>
              </a:defRPr>
            </a:lvl3pPr>
            <a:lvl4pPr marL="1828800" lvl="3" indent="-228600" algn="l">
              <a:lnSpc>
                <a:spcPct val="90000"/>
              </a:lnSpc>
              <a:spcBef>
                <a:spcPts val="500"/>
              </a:spcBef>
              <a:spcAft>
                <a:spcPts val="0"/>
              </a:spcAft>
              <a:buClr>
                <a:srgbClr val="888888"/>
              </a:buClr>
              <a:buSzPts val="1600"/>
              <a:buNone/>
              <a:defRPr sz="1600">
                <a:solidFill>
                  <a:srgbClr val="888888"/>
                </a:solidFill>
              </a:defRPr>
            </a:lvl4pPr>
            <a:lvl5pPr marL="2286000" lvl="4" indent="-228600" algn="l">
              <a:lnSpc>
                <a:spcPct val="90000"/>
              </a:lnSpc>
              <a:spcBef>
                <a:spcPts val="500"/>
              </a:spcBef>
              <a:spcAft>
                <a:spcPts val="0"/>
              </a:spcAft>
              <a:buClr>
                <a:srgbClr val="888888"/>
              </a:buClr>
              <a:buSzPts val="1600"/>
              <a:buNone/>
              <a:defRPr sz="1600">
                <a:solidFill>
                  <a:srgbClr val="888888"/>
                </a:solidFill>
              </a:defRPr>
            </a:lvl5pPr>
            <a:lvl6pPr marL="2743200" lvl="5" indent="-228600" algn="l">
              <a:lnSpc>
                <a:spcPct val="90000"/>
              </a:lnSpc>
              <a:spcBef>
                <a:spcPts val="500"/>
              </a:spcBef>
              <a:spcAft>
                <a:spcPts val="0"/>
              </a:spcAft>
              <a:buClr>
                <a:srgbClr val="888888"/>
              </a:buClr>
              <a:buSzPts val="1600"/>
              <a:buNone/>
              <a:defRPr sz="1600">
                <a:solidFill>
                  <a:srgbClr val="888888"/>
                </a:solidFill>
              </a:defRPr>
            </a:lvl6pPr>
            <a:lvl7pPr marL="3200400" lvl="6" indent="-228600" algn="l">
              <a:lnSpc>
                <a:spcPct val="90000"/>
              </a:lnSpc>
              <a:spcBef>
                <a:spcPts val="500"/>
              </a:spcBef>
              <a:spcAft>
                <a:spcPts val="0"/>
              </a:spcAft>
              <a:buClr>
                <a:srgbClr val="888888"/>
              </a:buClr>
              <a:buSzPts val="1600"/>
              <a:buNone/>
              <a:defRPr sz="1600">
                <a:solidFill>
                  <a:srgbClr val="888888"/>
                </a:solidFill>
              </a:defRPr>
            </a:lvl7pPr>
            <a:lvl8pPr marL="3657600" lvl="7" indent="-228600" algn="l">
              <a:lnSpc>
                <a:spcPct val="90000"/>
              </a:lnSpc>
              <a:spcBef>
                <a:spcPts val="500"/>
              </a:spcBef>
              <a:spcAft>
                <a:spcPts val="0"/>
              </a:spcAft>
              <a:buClr>
                <a:srgbClr val="888888"/>
              </a:buClr>
              <a:buSzPts val="1600"/>
              <a:buNone/>
              <a:defRPr sz="1600">
                <a:solidFill>
                  <a:srgbClr val="888888"/>
                </a:solidFill>
              </a:defRPr>
            </a:lvl8pPr>
            <a:lvl9pPr marL="4114800" lvl="8" indent="-228600" algn="l">
              <a:lnSpc>
                <a:spcPct val="90000"/>
              </a:lnSpc>
              <a:spcBef>
                <a:spcPts val="500"/>
              </a:spcBef>
              <a:spcAft>
                <a:spcPts val="0"/>
              </a:spcAft>
              <a:buClr>
                <a:srgbClr val="888888"/>
              </a:buClr>
              <a:buSzPts val="1600"/>
              <a:buNone/>
              <a:defRPr sz="1600">
                <a:solidFill>
                  <a:srgbClr val="888888"/>
                </a:solidFill>
              </a:defRPr>
            </a:lvl9pPr>
          </a:lstStyle>
          <a:p/>
        </p:txBody>
      </p:sp>
      <p:sp>
        <p:nvSpPr>
          <p:cNvPr id="36" name="Google Shape;36;p6"/>
          <p:cNvSpPr txBox="1"/>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37" name="Google Shape;37;p6"/>
          <p:cNvSpPr txBox="1"/>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38" name="Google Shape;38;p6"/>
          <p:cNvSpPr txBox="1"/>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panose="020B0604020202020204"/>
              <a:buNone/>
              <a:defRPr sz="1200" b="1" i="0" u="none" strike="noStrike" cap="none">
                <a:solidFill>
                  <a:srgbClr val="888888"/>
                </a:solidFill>
                <a:latin typeface="Calibri" panose="020F0502020204030204"/>
                <a:ea typeface="Calibri" panose="020F0502020204030204"/>
                <a:cs typeface="Calibri" panose="020F0502020204030204"/>
                <a:sym typeface="Calibri" panose="020F0502020204030204"/>
              </a:defRPr>
            </a:lvl1pPr>
            <a:lvl2pPr marL="0" marR="0" lvl="1" indent="0" algn="r">
              <a:lnSpc>
                <a:spcPct val="100000"/>
              </a:lnSpc>
              <a:spcBef>
                <a:spcPts val="0"/>
              </a:spcBef>
              <a:spcAft>
                <a:spcPts val="0"/>
              </a:spcAft>
              <a:buClr>
                <a:srgbClr val="000000"/>
              </a:buClr>
              <a:buSzPts val="1200"/>
              <a:buFont typeface="Arial" panose="020B0604020202020204"/>
              <a:buNone/>
              <a:defRPr sz="1200" b="1" i="0" u="none" strike="noStrike" cap="none">
                <a:solidFill>
                  <a:srgbClr val="888888"/>
                </a:solidFill>
                <a:latin typeface="Calibri" panose="020F0502020204030204"/>
                <a:ea typeface="Calibri" panose="020F0502020204030204"/>
                <a:cs typeface="Calibri" panose="020F0502020204030204"/>
                <a:sym typeface="Calibri" panose="020F0502020204030204"/>
              </a:defRPr>
            </a:lvl2pPr>
            <a:lvl3pPr marL="0" marR="0" lvl="2" indent="0" algn="r">
              <a:lnSpc>
                <a:spcPct val="100000"/>
              </a:lnSpc>
              <a:spcBef>
                <a:spcPts val="0"/>
              </a:spcBef>
              <a:spcAft>
                <a:spcPts val="0"/>
              </a:spcAft>
              <a:buClr>
                <a:srgbClr val="000000"/>
              </a:buClr>
              <a:buSzPts val="1200"/>
              <a:buFont typeface="Arial" panose="020B0604020202020204"/>
              <a:buNone/>
              <a:defRPr sz="1200" b="1" i="0" u="none" strike="noStrike" cap="none">
                <a:solidFill>
                  <a:srgbClr val="888888"/>
                </a:solidFill>
                <a:latin typeface="Calibri" panose="020F0502020204030204"/>
                <a:ea typeface="Calibri" panose="020F0502020204030204"/>
                <a:cs typeface="Calibri" panose="020F0502020204030204"/>
                <a:sym typeface="Calibri" panose="020F0502020204030204"/>
              </a:defRPr>
            </a:lvl3pPr>
            <a:lvl4pPr marL="0" marR="0" lvl="3" indent="0" algn="r">
              <a:lnSpc>
                <a:spcPct val="100000"/>
              </a:lnSpc>
              <a:spcBef>
                <a:spcPts val="0"/>
              </a:spcBef>
              <a:spcAft>
                <a:spcPts val="0"/>
              </a:spcAft>
              <a:buClr>
                <a:srgbClr val="000000"/>
              </a:buClr>
              <a:buSzPts val="1200"/>
              <a:buFont typeface="Arial" panose="020B0604020202020204"/>
              <a:buNone/>
              <a:defRPr sz="1200" b="1" i="0" u="none" strike="noStrike" cap="none">
                <a:solidFill>
                  <a:srgbClr val="888888"/>
                </a:solidFill>
                <a:latin typeface="Calibri" panose="020F0502020204030204"/>
                <a:ea typeface="Calibri" panose="020F0502020204030204"/>
                <a:cs typeface="Calibri" panose="020F0502020204030204"/>
                <a:sym typeface="Calibri" panose="020F0502020204030204"/>
              </a:defRPr>
            </a:lvl4pPr>
            <a:lvl5pPr marL="0" marR="0" lvl="4" indent="0" algn="r">
              <a:lnSpc>
                <a:spcPct val="100000"/>
              </a:lnSpc>
              <a:spcBef>
                <a:spcPts val="0"/>
              </a:spcBef>
              <a:spcAft>
                <a:spcPts val="0"/>
              </a:spcAft>
              <a:buClr>
                <a:srgbClr val="000000"/>
              </a:buClr>
              <a:buSzPts val="1200"/>
              <a:buFont typeface="Arial" panose="020B0604020202020204"/>
              <a:buNone/>
              <a:defRPr sz="1200" b="1" i="0" u="none" strike="noStrike" cap="none">
                <a:solidFill>
                  <a:srgbClr val="888888"/>
                </a:solidFill>
                <a:latin typeface="Calibri" panose="020F0502020204030204"/>
                <a:ea typeface="Calibri" panose="020F0502020204030204"/>
                <a:cs typeface="Calibri" panose="020F0502020204030204"/>
                <a:sym typeface="Calibri" panose="020F0502020204030204"/>
              </a:defRPr>
            </a:lvl5pPr>
            <a:lvl6pPr marL="0" marR="0" lvl="5" indent="0" algn="r">
              <a:lnSpc>
                <a:spcPct val="100000"/>
              </a:lnSpc>
              <a:spcBef>
                <a:spcPts val="0"/>
              </a:spcBef>
              <a:spcAft>
                <a:spcPts val="0"/>
              </a:spcAft>
              <a:buClr>
                <a:srgbClr val="000000"/>
              </a:buClr>
              <a:buSzPts val="1200"/>
              <a:buFont typeface="Arial" panose="020B0604020202020204"/>
              <a:buNone/>
              <a:defRPr sz="1200" b="1" i="0" u="none" strike="noStrike" cap="none">
                <a:solidFill>
                  <a:srgbClr val="888888"/>
                </a:solidFill>
                <a:latin typeface="Calibri" panose="020F0502020204030204"/>
                <a:ea typeface="Calibri" panose="020F0502020204030204"/>
                <a:cs typeface="Calibri" panose="020F0502020204030204"/>
                <a:sym typeface="Calibri" panose="020F0502020204030204"/>
              </a:defRPr>
            </a:lvl6pPr>
            <a:lvl7pPr marL="0" marR="0" lvl="6" indent="0" algn="r">
              <a:lnSpc>
                <a:spcPct val="100000"/>
              </a:lnSpc>
              <a:spcBef>
                <a:spcPts val="0"/>
              </a:spcBef>
              <a:spcAft>
                <a:spcPts val="0"/>
              </a:spcAft>
              <a:buClr>
                <a:srgbClr val="000000"/>
              </a:buClr>
              <a:buSzPts val="1200"/>
              <a:buFont typeface="Arial" panose="020B0604020202020204"/>
              <a:buNone/>
              <a:defRPr sz="1200" b="1" i="0" u="none" strike="noStrike" cap="none">
                <a:solidFill>
                  <a:srgbClr val="888888"/>
                </a:solidFill>
                <a:latin typeface="Calibri" panose="020F0502020204030204"/>
                <a:ea typeface="Calibri" panose="020F0502020204030204"/>
                <a:cs typeface="Calibri" panose="020F0502020204030204"/>
                <a:sym typeface="Calibri" panose="020F0502020204030204"/>
              </a:defRPr>
            </a:lvl7pPr>
            <a:lvl8pPr marL="0" marR="0" lvl="7" indent="0" algn="r">
              <a:lnSpc>
                <a:spcPct val="100000"/>
              </a:lnSpc>
              <a:spcBef>
                <a:spcPts val="0"/>
              </a:spcBef>
              <a:spcAft>
                <a:spcPts val="0"/>
              </a:spcAft>
              <a:buClr>
                <a:srgbClr val="000000"/>
              </a:buClr>
              <a:buSzPts val="1200"/>
              <a:buFont typeface="Arial" panose="020B0604020202020204"/>
              <a:buNone/>
              <a:defRPr sz="1200" b="1" i="0" u="none" strike="noStrike" cap="none">
                <a:solidFill>
                  <a:srgbClr val="888888"/>
                </a:solidFill>
                <a:latin typeface="Calibri" panose="020F0502020204030204"/>
                <a:ea typeface="Calibri" panose="020F0502020204030204"/>
                <a:cs typeface="Calibri" panose="020F0502020204030204"/>
                <a:sym typeface="Calibri" panose="020F0502020204030204"/>
              </a:defRPr>
            </a:lvl8pPr>
            <a:lvl9pPr marL="0" marR="0" lvl="8" indent="0" algn="r">
              <a:lnSpc>
                <a:spcPct val="100000"/>
              </a:lnSpc>
              <a:spcBef>
                <a:spcPts val="0"/>
              </a:spcBef>
              <a:spcAft>
                <a:spcPts val="0"/>
              </a:spcAft>
              <a:buClr>
                <a:srgbClr val="000000"/>
              </a:buClr>
              <a:buSzPts val="1200"/>
              <a:buFont typeface="Arial" panose="020B0604020202020204"/>
              <a:buNone/>
              <a:defRPr sz="1200" b="1" i="0" u="none" strike="noStrike" cap="none">
                <a:solidFill>
                  <a:srgbClr val="888888"/>
                </a:solidFill>
                <a:latin typeface="Calibri" panose="020F0502020204030204"/>
                <a:ea typeface="Calibri" panose="020F0502020204030204"/>
                <a:cs typeface="Calibri" panose="020F0502020204030204"/>
                <a:sym typeface="Calibri" panose="020F0502020204030204"/>
              </a:defRPr>
            </a:lvl9pPr>
          </a:lstStyle>
          <a:p>
            <a:pPr marL="0" lvl="0" indent="0" algn="r" rtl="0">
              <a:spcBef>
                <a:spcPts val="0"/>
              </a:spcBef>
              <a:spcAft>
                <a:spcPts val="0"/>
              </a:spcAft>
              <a:buNone/>
            </a:pPr>
            <a:fld id="{00000000-1234-1234-1234-123412341234}" type="slidenum">
              <a:rPr lang="en-US"/>
            </a:fld>
            <a:endParaRPr 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woObj" matchingName="Two Content">
  <p:cSld name="TWO_OBJECTS">
    <p:spTree>
      <p:nvGrpSpPr>
        <p:cNvPr id="39" name="Shape 39"/>
        <p:cNvGrpSpPr/>
        <p:nvPr/>
      </p:nvGrpSpPr>
      <p:grpSpPr>
        <a:xfrm>
          <a:off x="0" y="0"/>
          <a:ext cx="0" cy="0"/>
          <a:chOff x="0" y="0"/>
          <a:chExt cx="0" cy="0"/>
        </a:xfrm>
      </p:grpSpPr>
      <p:sp>
        <p:nvSpPr>
          <p:cNvPr id="40" name="Google Shape;40;p7"/>
          <p:cNvSpPr txBox="1"/>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41" name="Google Shape;41;p7"/>
          <p:cNvSpPr txBox="1"/>
          <p:nvPr>
            <p:ph type="body" idx="1"/>
          </p:nvPr>
        </p:nvSpPr>
        <p:spPr>
          <a:xfrm>
            <a:off x="838200" y="1825625"/>
            <a:ext cx="5181600" cy="4351338"/>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p:txBody>
      </p:sp>
      <p:sp>
        <p:nvSpPr>
          <p:cNvPr id="42" name="Google Shape;42;p7"/>
          <p:cNvSpPr txBox="1"/>
          <p:nvPr>
            <p:ph type="body" idx="2"/>
          </p:nvPr>
        </p:nvSpPr>
        <p:spPr>
          <a:xfrm>
            <a:off x="6172200" y="1825625"/>
            <a:ext cx="5181600" cy="4351338"/>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p:txBody>
      </p:sp>
      <p:sp>
        <p:nvSpPr>
          <p:cNvPr id="43" name="Google Shape;43;p7"/>
          <p:cNvSpPr txBox="1"/>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44" name="Google Shape;44;p7"/>
          <p:cNvSpPr txBox="1"/>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45" name="Google Shape;45;p7"/>
          <p:cNvSpPr txBox="1"/>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panose="020B0604020202020204"/>
              <a:buNone/>
              <a:defRPr sz="1200" b="1" i="0" u="none" strike="noStrike" cap="none">
                <a:solidFill>
                  <a:srgbClr val="888888"/>
                </a:solidFill>
                <a:latin typeface="Calibri" panose="020F0502020204030204"/>
                <a:ea typeface="Calibri" panose="020F0502020204030204"/>
                <a:cs typeface="Calibri" panose="020F0502020204030204"/>
                <a:sym typeface="Calibri" panose="020F0502020204030204"/>
              </a:defRPr>
            </a:lvl1pPr>
            <a:lvl2pPr marL="0" marR="0" lvl="1" indent="0" algn="r">
              <a:lnSpc>
                <a:spcPct val="100000"/>
              </a:lnSpc>
              <a:spcBef>
                <a:spcPts val="0"/>
              </a:spcBef>
              <a:spcAft>
                <a:spcPts val="0"/>
              </a:spcAft>
              <a:buClr>
                <a:srgbClr val="000000"/>
              </a:buClr>
              <a:buSzPts val="1200"/>
              <a:buFont typeface="Arial" panose="020B0604020202020204"/>
              <a:buNone/>
              <a:defRPr sz="1200" b="1" i="0" u="none" strike="noStrike" cap="none">
                <a:solidFill>
                  <a:srgbClr val="888888"/>
                </a:solidFill>
                <a:latin typeface="Calibri" panose="020F0502020204030204"/>
                <a:ea typeface="Calibri" panose="020F0502020204030204"/>
                <a:cs typeface="Calibri" panose="020F0502020204030204"/>
                <a:sym typeface="Calibri" panose="020F0502020204030204"/>
              </a:defRPr>
            </a:lvl2pPr>
            <a:lvl3pPr marL="0" marR="0" lvl="2" indent="0" algn="r">
              <a:lnSpc>
                <a:spcPct val="100000"/>
              </a:lnSpc>
              <a:spcBef>
                <a:spcPts val="0"/>
              </a:spcBef>
              <a:spcAft>
                <a:spcPts val="0"/>
              </a:spcAft>
              <a:buClr>
                <a:srgbClr val="000000"/>
              </a:buClr>
              <a:buSzPts val="1200"/>
              <a:buFont typeface="Arial" panose="020B0604020202020204"/>
              <a:buNone/>
              <a:defRPr sz="1200" b="1" i="0" u="none" strike="noStrike" cap="none">
                <a:solidFill>
                  <a:srgbClr val="888888"/>
                </a:solidFill>
                <a:latin typeface="Calibri" panose="020F0502020204030204"/>
                <a:ea typeface="Calibri" panose="020F0502020204030204"/>
                <a:cs typeface="Calibri" panose="020F0502020204030204"/>
                <a:sym typeface="Calibri" panose="020F0502020204030204"/>
              </a:defRPr>
            </a:lvl3pPr>
            <a:lvl4pPr marL="0" marR="0" lvl="3" indent="0" algn="r">
              <a:lnSpc>
                <a:spcPct val="100000"/>
              </a:lnSpc>
              <a:spcBef>
                <a:spcPts val="0"/>
              </a:spcBef>
              <a:spcAft>
                <a:spcPts val="0"/>
              </a:spcAft>
              <a:buClr>
                <a:srgbClr val="000000"/>
              </a:buClr>
              <a:buSzPts val="1200"/>
              <a:buFont typeface="Arial" panose="020B0604020202020204"/>
              <a:buNone/>
              <a:defRPr sz="1200" b="1" i="0" u="none" strike="noStrike" cap="none">
                <a:solidFill>
                  <a:srgbClr val="888888"/>
                </a:solidFill>
                <a:latin typeface="Calibri" panose="020F0502020204030204"/>
                <a:ea typeface="Calibri" panose="020F0502020204030204"/>
                <a:cs typeface="Calibri" panose="020F0502020204030204"/>
                <a:sym typeface="Calibri" panose="020F0502020204030204"/>
              </a:defRPr>
            </a:lvl4pPr>
            <a:lvl5pPr marL="0" marR="0" lvl="4" indent="0" algn="r">
              <a:lnSpc>
                <a:spcPct val="100000"/>
              </a:lnSpc>
              <a:spcBef>
                <a:spcPts val="0"/>
              </a:spcBef>
              <a:spcAft>
                <a:spcPts val="0"/>
              </a:spcAft>
              <a:buClr>
                <a:srgbClr val="000000"/>
              </a:buClr>
              <a:buSzPts val="1200"/>
              <a:buFont typeface="Arial" panose="020B0604020202020204"/>
              <a:buNone/>
              <a:defRPr sz="1200" b="1" i="0" u="none" strike="noStrike" cap="none">
                <a:solidFill>
                  <a:srgbClr val="888888"/>
                </a:solidFill>
                <a:latin typeface="Calibri" panose="020F0502020204030204"/>
                <a:ea typeface="Calibri" panose="020F0502020204030204"/>
                <a:cs typeface="Calibri" panose="020F0502020204030204"/>
                <a:sym typeface="Calibri" panose="020F0502020204030204"/>
              </a:defRPr>
            </a:lvl5pPr>
            <a:lvl6pPr marL="0" marR="0" lvl="5" indent="0" algn="r">
              <a:lnSpc>
                <a:spcPct val="100000"/>
              </a:lnSpc>
              <a:spcBef>
                <a:spcPts val="0"/>
              </a:spcBef>
              <a:spcAft>
                <a:spcPts val="0"/>
              </a:spcAft>
              <a:buClr>
                <a:srgbClr val="000000"/>
              </a:buClr>
              <a:buSzPts val="1200"/>
              <a:buFont typeface="Arial" panose="020B0604020202020204"/>
              <a:buNone/>
              <a:defRPr sz="1200" b="1" i="0" u="none" strike="noStrike" cap="none">
                <a:solidFill>
                  <a:srgbClr val="888888"/>
                </a:solidFill>
                <a:latin typeface="Calibri" panose="020F0502020204030204"/>
                <a:ea typeface="Calibri" panose="020F0502020204030204"/>
                <a:cs typeface="Calibri" panose="020F0502020204030204"/>
                <a:sym typeface="Calibri" panose="020F0502020204030204"/>
              </a:defRPr>
            </a:lvl6pPr>
            <a:lvl7pPr marL="0" marR="0" lvl="6" indent="0" algn="r">
              <a:lnSpc>
                <a:spcPct val="100000"/>
              </a:lnSpc>
              <a:spcBef>
                <a:spcPts val="0"/>
              </a:spcBef>
              <a:spcAft>
                <a:spcPts val="0"/>
              </a:spcAft>
              <a:buClr>
                <a:srgbClr val="000000"/>
              </a:buClr>
              <a:buSzPts val="1200"/>
              <a:buFont typeface="Arial" panose="020B0604020202020204"/>
              <a:buNone/>
              <a:defRPr sz="1200" b="1" i="0" u="none" strike="noStrike" cap="none">
                <a:solidFill>
                  <a:srgbClr val="888888"/>
                </a:solidFill>
                <a:latin typeface="Calibri" panose="020F0502020204030204"/>
                <a:ea typeface="Calibri" panose="020F0502020204030204"/>
                <a:cs typeface="Calibri" panose="020F0502020204030204"/>
                <a:sym typeface="Calibri" panose="020F0502020204030204"/>
              </a:defRPr>
            </a:lvl7pPr>
            <a:lvl8pPr marL="0" marR="0" lvl="7" indent="0" algn="r">
              <a:lnSpc>
                <a:spcPct val="100000"/>
              </a:lnSpc>
              <a:spcBef>
                <a:spcPts val="0"/>
              </a:spcBef>
              <a:spcAft>
                <a:spcPts val="0"/>
              </a:spcAft>
              <a:buClr>
                <a:srgbClr val="000000"/>
              </a:buClr>
              <a:buSzPts val="1200"/>
              <a:buFont typeface="Arial" panose="020B0604020202020204"/>
              <a:buNone/>
              <a:defRPr sz="1200" b="1" i="0" u="none" strike="noStrike" cap="none">
                <a:solidFill>
                  <a:srgbClr val="888888"/>
                </a:solidFill>
                <a:latin typeface="Calibri" panose="020F0502020204030204"/>
                <a:ea typeface="Calibri" panose="020F0502020204030204"/>
                <a:cs typeface="Calibri" panose="020F0502020204030204"/>
                <a:sym typeface="Calibri" panose="020F0502020204030204"/>
              </a:defRPr>
            </a:lvl8pPr>
            <a:lvl9pPr marL="0" marR="0" lvl="8" indent="0" algn="r">
              <a:lnSpc>
                <a:spcPct val="100000"/>
              </a:lnSpc>
              <a:spcBef>
                <a:spcPts val="0"/>
              </a:spcBef>
              <a:spcAft>
                <a:spcPts val="0"/>
              </a:spcAft>
              <a:buClr>
                <a:srgbClr val="000000"/>
              </a:buClr>
              <a:buSzPts val="1200"/>
              <a:buFont typeface="Arial" panose="020B0604020202020204"/>
              <a:buNone/>
              <a:defRPr sz="1200" b="1" i="0" u="none" strike="noStrike" cap="none">
                <a:solidFill>
                  <a:srgbClr val="888888"/>
                </a:solidFill>
                <a:latin typeface="Calibri" panose="020F0502020204030204"/>
                <a:ea typeface="Calibri" panose="020F0502020204030204"/>
                <a:cs typeface="Calibri" panose="020F0502020204030204"/>
                <a:sym typeface="Calibri" panose="020F0502020204030204"/>
              </a:defRPr>
            </a:lvl9pPr>
          </a:lstStyle>
          <a:p>
            <a:pPr marL="0" lvl="0" indent="0" algn="r" rtl="0">
              <a:spcBef>
                <a:spcPts val="0"/>
              </a:spcBef>
              <a:spcAft>
                <a:spcPts val="0"/>
              </a:spcAft>
              <a:buNone/>
            </a:pPr>
            <a:fld id="{00000000-1234-1234-1234-123412341234}" type="slidenum">
              <a:rPr lang="en-US"/>
            </a:fld>
            <a:endParaRPr lang="en-US"/>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twoTxTwoObj" matchingName="Comparison">
  <p:cSld name="TWO_OBJECTS_WITH_TEXT">
    <p:spTree>
      <p:nvGrpSpPr>
        <p:cNvPr id="46" name="Shape 46"/>
        <p:cNvGrpSpPr/>
        <p:nvPr/>
      </p:nvGrpSpPr>
      <p:grpSpPr>
        <a:xfrm>
          <a:off x="0" y="0"/>
          <a:ext cx="0" cy="0"/>
          <a:chOff x="0" y="0"/>
          <a:chExt cx="0" cy="0"/>
        </a:xfrm>
      </p:grpSpPr>
      <p:sp>
        <p:nvSpPr>
          <p:cNvPr id="47" name="Google Shape;47;p8"/>
          <p:cNvSpPr txBox="1"/>
          <p:nvPr>
            <p:ph type="title"/>
          </p:nvPr>
        </p:nvSpPr>
        <p:spPr>
          <a:xfrm>
            <a:off x="839788" y="365125"/>
            <a:ext cx="10515600" cy="1325563"/>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48" name="Google Shape;48;p8"/>
          <p:cNvSpPr txBox="1"/>
          <p:nvPr>
            <p:ph type="body" idx="1"/>
          </p:nvPr>
        </p:nvSpPr>
        <p:spPr>
          <a:xfrm>
            <a:off x="839788" y="1681163"/>
            <a:ext cx="5157787" cy="823912"/>
          </a:xfrm>
          <a:prstGeom prst="rect">
            <a:avLst/>
          </a:prstGeom>
          <a:noFill/>
          <a:ln>
            <a:noFill/>
          </a:ln>
        </p:spPr>
        <p:txBody>
          <a:bodyPr spcFirstLastPara="1" wrap="square" lIns="91425" tIns="45700" rIns="91425" bIns="45700" anchor="b" anchorCtr="0">
            <a:normAutofit/>
          </a:bodyPr>
          <a:lstStyle>
            <a:lvl1pPr marL="457200" lvl="0" indent="-228600" algn="l">
              <a:lnSpc>
                <a:spcPct val="90000"/>
              </a:lnSpc>
              <a:spcBef>
                <a:spcPts val="1000"/>
              </a:spcBef>
              <a:spcAft>
                <a:spcPts val="0"/>
              </a:spcAft>
              <a:buClr>
                <a:schemeClr val="dk1"/>
              </a:buClr>
              <a:buSzPts val="2400"/>
              <a:buNone/>
              <a:defRPr sz="2400" b="1"/>
            </a:lvl1pPr>
            <a:lvl2pPr marL="914400" lvl="1" indent="-228600" algn="l">
              <a:lnSpc>
                <a:spcPct val="90000"/>
              </a:lnSpc>
              <a:spcBef>
                <a:spcPts val="500"/>
              </a:spcBef>
              <a:spcAft>
                <a:spcPts val="0"/>
              </a:spcAft>
              <a:buClr>
                <a:schemeClr val="dk1"/>
              </a:buClr>
              <a:buSzPts val="2000"/>
              <a:buNone/>
              <a:defRPr sz="2000" b="1"/>
            </a:lvl2pPr>
            <a:lvl3pPr marL="1371600" lvl="2" indent="-228600" algn="l">
              <a:lnSpc>
                <a:spcPct val="90000"/>
              </a:lnSpc>
              <a:spcBef>
                <a:spcPts val="500"/>
              </a:spcBef>
              <a:spcAft>
                <a:spcPts val="0"/>
              </a:spcAft>
              <a:buClr>
                <a:schemeClr val="dk1"/>
              </a:buClr>
              <a:buSzPts val="1800"/>
              <a:buNone/>
              <a:defRPr sz="1800" b="1"/>
            </a:lvl3pPr>
            <a:lvl4pPr marL="1828800" lvl="3" indent="-228600" algn="l">
              <a:lnSpc>
                <a:spcPct val="90000"/>
              </a:lnSpc>
              <a:spcBef>
                <a:spcPts val="500"/>
              </a:spcBef>
              <a:spcAft>
                <a:spcPts val="0"/>
              </a:spcAft>
              <a:buClr>
                <a:schemeClr val="dk1"/>
              </a:buClr>
              <a:buSzPts val="1600"/>
              <a:buNone/>
              <a:defRPr sz="1600" b="1"/>
            </a:lvl4pPr>
            <a:lvl5pPr marL="2286000" lvl="4" indent="-228600" algn="l">
              <a:lnSpc>
                <a:spcPct val="90000"/>
              </a:lnSpc>
              <a:spcBef>
                <a:spcPts val="500"/>
              </a:spcBef>
              <a:spcAft>
                <a:spcPts val="0"/>
              </a:spcAft>
              <a:buClr>
                <a:schemeClr val="dk1"/>
              </a:buClr>
              <a:buSzPts val="1600"/>
              <a:buNone/>
              <a:defRPr sz="1600" b="1"/>
            </a:lvl5pPr>
            <a:lvl6pPr marL="2743200" lvl="5" indent="-228600" algn="l">
              <a:lnSpc>
                <a:spcPct val="90000"/>
              </a:lnSpc>
              <a:spcBef>
                <a:spcPts val="500"/>
              </a:spcBef>
              <a:spcAft>
                <a:spcPts val="0"/>
              </a:spcAft>
              <a:buClr>
                <a:schemeClr val="dk1"/>
              </a:buClr>
              <a:buSzPts val="1600"/>
              <a:buNone/>
              <a:defRPr sz="1600" b="1"/>
            </a:lvl6pPr>
            <a:lvl7pPr marL="3200400" lvl="6" indent="-228600" algn="l">
              <a:lnSpc>
                <a:spcPct val="90000"/>
              </a:lnSpc>
              <a:spcBef>
                <a:spcPts val="500"/>
              </a:spcBef>
              <a:spcAft>
                <a:spcPts val="0"/>
              </a:spcAft>
              <a:buClr>
                <a:schemeClr val="dk1"/>
              </a:buClr>
              <a:buSzPts val="1600"/>
              <a:buNone/>
              <a:defRPr sz="1600" b="1"/>
            </a:lvl7pPr>
            <a:lvl8pPr marL="3657600" lvl="7" indent="-228600" algn="l">
              <a:lnSpc>
                <a:spcPct val="90000"/>
              </a:lnSpc>
              <a:spcBef>
                <a:spcPts val="500"/>
              </a:spcBef>
              <a:spcAft>
                <a:spcPts val="0"/>
              </a:spcAft>
              <a:buClr>
                <a:schemeClr val="dk1"/>
              </a:buClr>
              <a:buSzPts val="1600"/>
              <a:buNone/>
              <a:defRPr sz="1600" b="1"/>
            </a:lvl8pPr>
            <a:lvl9pPr marL="4114800" lvl="8" indent="-228600" algn="l">
              <a:lnSpc>
                <a:spcPct val="90000"/>
              </a:lnSpc>
              <a:spcBef>
                <a:spcPts val="500"/>
              </a:spcBef>
              <a:spcAft>
                <a:spcPts val="0"/>
              </a:spcAft>
              <a:buClr>
                <a:schemeClr val="dk1"/>
              </a:buClr>
              <a:buSzPts val="1600"/>
              <a:buNone/>
              <a:defRPr sz="1600" b="1"/>
            </a:lvl9pPr>
          </a:lstStyle>
          <a:p/>
        </p:txBody>
      </p:sp>
      <p:sp>
        <p:nvSpPr>
          <p:cNvPr id="49" name="Google Shape;49;p8"/>
          <p:cNvSpPr txBox="1"/>
          <p:nvPr>
            <p:ph type="body" idx="2"/>
          </p:nvPr>
        </p:nvSpPr>
        <p:spPr>
          <a:xfrm>
            <a:off x="839788" y="2505075"/>
            <a:ext cx="5157787" cy="3684588"/>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p:txBody>
      </p:sp>
      <p:sp>
        <p:nvSpPr>
          <p:cNvPr id="50" name="Google Shape;50;p8"/>
          <p:cNvSpPr txBox="1"/>
          <p:nvPr>
            <p:ph type="body" idx="3"/>
          </p:nvPr>
        </p:nvSpPr>
        <p:spPr>
          <a:xfrm>
            <a:off x="6172200" y="1681163"/>
            <a:ext cx="5183188" cy="823912"/>
          </a:xfrm>
          <a:prstGeom prst="rect">
            <a:avLst/>
          </a:prstGeom>
          <a:noFill/>
          <a:ln>
            <a:noFill/>
          </a:ln>
        </p:spPr>
        <p:txBody>
          <a:bodyPr spcFirstLastPara="1" wrap="square" lIns="91425" tIns="45700" rIns="91425" bIns="45700" anchor="b" anchorCtr="0">
            <a:normAutofit/>
          </a:bodyPr>
          <a:lstStyle>
            <a:lvl1pPr marL="457200" lvl="0" indent="-228600" algn="l">
              <a:lnSpc>
                <a:spcPct val="90000"/>
              </a:lnSpc>
              <a:spcBef>
                <a:spcPts val="1000"/>
              </a:spcBef>
              <a:spcAft>
                <a:spcPts val="0"/>
              </a:spcAft>
              <a:buClr>
                <a:schemeClr val="dk1"/>
              </a:buClr>
              <a:buSzPts val="2400"/>
              <a:buNone/>
              <a:defRPr sz="2400" b="1"/>
            </a:lvl1pPr>
            <a:lvl2pPr marL="914400" lvl="1" indent="-228600" algn="l">
              <a:lnSpc>
                <a:spcPct val="90000"/>
              </a:lnSpc>
              <a:spcBef>
                <a:spcPts val="500"/>
              </a:spcBef>
              <a:spcAft>
                <a:spcPts val="0"/>
              </a:spcAft>
              <a:buClr>
                <a:schemeClr val="dk1"/>
              </a:buClr>
              <a:buSzPts val="2000"/>
              <a:buNone/>
              <a:defRPr sz="2000" b="1"/>
            </a:lvl2pPr>
            <a:lvl3pPr marL="1371600" lvl="2" indent="-228600" algn="l">
              <a:lnSpc>
                <a:spcPct val="90000"/>
              </a:lnSpc>
              <a:spcBef>
                <a:spcPts val="500"/>
              </a:spcBef>
              <a:spcAft>
                <a:spcPts val="0"/>
              </a:spcAft>
              <a:buClr>
                <a:schemeClr val="dk1"/>
              </a:buClr>
              <a:buSzPts val="1800"/>
              <a:buNone/>
              <a:defRPr sz="1800" b="1"/>
            </a:lvl3pPr>
            <a:lvl4pPr marL="1828800" lvl="3" indent="-228600" algn="l">
              <a:lnSpc>
                <a:spcPct val="90000"/>
              </a:lnSpc>
              <a:spcBef>
                <a:spcPts val="500"/>
              </a:spcBef>
              <a:spcAft>
                <a:spcPts val="0"/>
              </a:spcAft>
              <a:buClr>
                <a:schemeClr val="dk1"/>
              </a:buClr>
              <a:buSzPts val="1600"/>
              <a:buNone/>
              <a:defRPr sz="1600" b="1"/>
            </a:lvl4pPr>
            <a:lvl5pPr marL="2286000" lvl="4" indent="-228600" algn="l">
              <a:lnSpc>
                <a:spcPct val="90000"/>
              </a:lnSpc>
              <a:spcBef>
                <a:spcPts val="500"/>
              </a:spcBef>
              <a:spcAft>
                <a:spcPts val="0"/>
              </a:spcAft>
              <a:buClr>
                <a:schemeClr val="dk1"/>
              </a:buClr>
              <a:buSzPts val="1600"/>
              <a:buNone/>
              <a:defRPr sz="1600" b="1"/>
            </a:lvl5pPr>
            <a:lvl6pPr marL="2743200" lvl="5" indent="-228600" algn="l">
              <a:lnSpc>
                <a:spcPct val="90000"/>
              </a:lnSpc>
              <a:spcBef>
                <a:spcPts val="500"/>
              </a:spcBef>
              <a:spcAft>
                <a:spcPts val="0"/>
              </a:spcAft>
              <a:buClr>
                <a:schemeClr val="dk1"/>
              </a:buClr>
              <a:buSzPts val="1600"/>
              <a:buNone/>
              <a:defRPr sz="1600" b="1"/>
            </a:lvl6pPr>
            <a:lvl7pPr marL="3200400" lvl="6" indent="-228600" algn="l">
              <a:lnSpc>
                <a:spcPct val="90000"/>
              </a:lnSpc>
              <a:spcBef>
                <a:spcPts val="500"/>
              </a:spcBef>
              <a:spcAft>
                <a:spcPts val="0"/>
              </a:spcAft>
              <a:buClr>
                <a:schemeClr val="dk1"/>
              </a:buClr>
              <a:buSzPts val="1600"/>
              <a:buNone/>
              <a:defRPr sz="1600" b="1"/>
            </a:lvl7pPr>
            <a:lvl8pPr marL="3657600" lvl="7" indent="-228600" algn="l">
              <a:lnSpc>
                <a:spcPct val="90000"/>
              </a:lnSpc>
              <a:spcBef>
                <a:spcPts val="500"/>
              </a:spcBef>
              <a:spcAft>
                <a:spcPts val="0"/>
              </a:spcAft>
              <a:buClr>
                <a:schemeClr val="dk1"/>
              </a:buClr>
              <a:buSzPts val="1600"/>
              <a:buNone/>
              <a:defRPr sz="1600" b="1"/>
            </a:lvl8pPr>
            <a:lvl9pPr marL="4114800" lvl="8" indent="-228600" algn="l">
              <a:lnSpc>
                <a:spcPct val="90000"/>
              </a:lnSpc>
              <a:spcBef>
                <a:spcPts val="500"/>
              </a:spcBef>
              <a:spcAft>
                <a:spcPts val="0"/>
              </a:spcAft>
              <a:buClr>
                <a:schemeClr val="dk1"/>
              </a:buClr>
              <a:buSzPts val="1600"/>
              <a:buNone/>
              <a:defRPr sz="1600" b="1"/>
            </a:lvl9pPr>
          </a:lstStyle>
          <a:p/>
        </p:txBody>
      </p:sp>
      <p:sp>
        <p:nvSpPr>
          <p:cNvPr id="51" name="Google Shape;51;p8"/>
          <p:cNvSpPr txBox="1"/>
          <p:nvPr>
            <p:ph type="body" idx="4"/>
          </p:nvPr>
        </p:nvSpPr>
        <p:spPr>
          <a:xfrm>
            <a:off x="6172200" y="2505075"/>
            <a:ext cx="5183188" cy="3684588"/>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p:txBody>
      </p:sp>
      <p:sp>
        <p:nvSpPr>
          <p:cNvPr id="52" name="Google Shape;52;p8"/>
          <p:cNvSpPr txBox="1"/>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53" name="Google Shape;53;p8"/>
          <p:cNvSpPr txBox="1"/>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54" name="Google Shape;54;p8"/>
          <p:cNvSpPr txBox="1"/>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panose="020B0604020202020204"/>
              <a:buNone/>
              <a:defRPr sz="1200" b="1" i="0" u="none" strike="noStrike" cap="none">
                <a:solidFill>
                  <a:srgbClr val="888888"/>
                </a:solidFill>
                <a:latin typeface="Calibri" panose="020F0502020204030204"/>
                <a:ea typeface="Calibri" panose="020F0502020204030204"/>
                <a:cs typeface="Calibri" panose="020F0502020204030204"/>
                <a:sym typeface="Calibri" panose="020F0502020204030204"/>
              </a:defRPr>
            </a:lvl1pPr>
            <a:lvl2pPr marL="0" marR="0" lvl="1" indent="0" algn="r">
              <a:lnSpc>
                <a:spcPct val="100000"/>
              </a:lnSpc>
              <a:spcBef>
                <a:spcPts val="0"/>
              </a:spcBef>
              <a:spcAft>
                <a:spcPts val="0"/>
              </a:spcAft>
              <a:buClr>
                <a:srgbClr val="000000"/>
              </a:buClr>
              <a:buSzPts val="1200"/>
              <a:buFont typeface="Arial" panose="020B0604020202020204"/>
              <a:buNone/>
              <a:defRPr sz="1200" b="1" i="0" u="none" strike="noStrike" cap="none">
                <a:solidFill>
                  <a:srgbClr val="888888"/>
                </a:solidFill>
                <a:latin typeface="Calibri" panose="020F0502020204030204"/>
                <a:ea typeface="Calibri" panose="020F0502020204030204"/>
                <a:cs typeface="Calibri" panose="020F0502020204030204"/>
                <a:sym typeface="Calibri" panose="020F0502020204030204"/>
              </a:defRPr>
            </a:lvl2pPr>
            <a:lvl3pPr marL="0" marR="0" lvl="2" indent="0" algn="r">
              <a:lnSpc>
                <a:spcPct val="100000"/>
              </a:lnSpc>
              <a:spcBef>
                <a:spcPts val="0"/>
              </a:spcBef>
              <a:spcAft>
                <a:spcPts val="0"/>
              </a:spcAft>
              <a:buClr>
                <a:srgbClr val="000000"/>
              </a:buClr>
              <a:buSzPts val="1200"/>
              <a:buFont typeface="Arial" panose="020B0604020202020204"/>
              <a:buNone/>
              <a:defRPr sz="1200" b="1" i="0" u="none" strike="noStrike" cap="none">
                <a:solidFill>
                  <a:srgbClr val="888888"/>
                </a:solidFill>
                <a:latin typeface="Calibri" panose="020F0502020204030204"/>
                <a:ea typeface="Calibri" panose="020F0502020204030204"/>
                <a:cs typeface="Calibri" panose="020F0502020204030204"/>
                <a:sym typeface="Calibri" panose="020F0502020204030204"/>
              </a:defRPr>
            </a:lvl3pPr>
            <a:lvl4pPr marL="0" marR="0" lvl="3" indent="0" algn="r">
              <a:lnSpc>
                <a:spcPct val="100000"/>
              </a:lnSpc>
              <a:spcBef>
                <a:spcPts val="0"/>
              </a:spcBef>
              <a:spcAft>
                <a:spcPts val="0"/>
              </a:spcAft>
              <a:buClr>
                <a:srgbClr val="000000"/>
              </a:buClr>
              <a:buSzPts val="1200"/>
              <a:buFont typeface="Arial" panose="020B0604020202020204"/>
              <a:buNone/>
              <a:defRPr sz="1200" b="1" i="0" u="none" strike="noStrike" cap="none">
                <a:solidFill>
                  <a:srgbClr val="888888"/>
                </a:solidFill>
                <a:latin typeface="Calibri" panose="020F0502020204030204"/>
                <a:ea typeface="Calibri" panose="020F0502020204030204"/>
                <a:cs typeface="Calibri" panose="020F0502020204030204"/>
                <a:sym typeface="Calibri" panose="020F0502020204030204"/>
              </a:defRPr>
            </a:lvl4pPr>
            <a:lvl5pPr marL="0" marR="0" lvl="4" indent="0" algn="r">
              <a:lnSpc>
                <a:spcPct val="100000"/>
              </a:lnSpc>
              <a:spcBef>
                <a:spcPts val="0"/>
              </a:spcBef>
              <a:spcAft>
                <a:spcPts val="0"/>
              </a:spcAft>
              <a:buClr>
                <a:srgbClr val="000000"/>
              </a:buClr>
              <a:buSzPts val="1200"/>
              <a:buFont typeface="Arial" panose="020B0604020202020204"/>
              <a:buNone/>
              <a:defRPr sz="1200" b="1" i="0" u="none" strike="noStrike" cap="none">
                <a:solidFill>
                  <a:srgbClr val="888888"/>
                </a:solidFill>
                <a:latin typeface="Calibri" panose="020F0502020204030204"/>
                <a:ea typeface="Calibri" panose="020F0502020204030204"/>
                <a:cs typeface="Calibri" panose="020F0502020204030204"/>
                <a:sym typeface="Calibri" panose="020F0502020204030204"/>
              </a:defRPr>
            </a:lvl5pPr>
            <a:lvl6pPr marL="0" marR="0" lvl="5" indent="0" algn="r">
              <a:lnSpc>
                <a:spcPct val="100000"/>
              </a:lnSpc>
              <a:spcBef>
                <a:spcPts val="0"/>
              </a:spcBef>
              <a:spcAft>
                <a:spcPts val="0"/>
              </a:spcAft>
              <a:buClr>
                <a:srgbClr val="000000"/>
              </a:buClr>
              <a:buSzPts val="1200"/>
              <a:buFont typeface="Arial" panose="020B0604020202020204"/>
              <a:buNone/>
              <a:defRPr sz="1200" b="1" i="0" u="none" strike="noStrike" cap="none">
                <a:solidFill>
                  <a:srgbClr val="888888"/>
                </a:solidFill>
                <a:latin typeface="Calibri" panose="020F0502020204030204"/>
                <a:ea typeface="Calibri" panose="020F0502020204030204"/>
                <a:cs typeface="Calibri" panose="020F0502020204030204"/>
                <a:sym typeface="Calibri" panose="020F0502020204030204"/>
              </a:defRPr>
            </a:lvl6pPr>
            <a:lvl7pPr marL="0" marR="0" lvl="6" indent="0" algn="r">
              <a:lnSpc>
                <a:spcPct val="100000"/>
              </a:lnSpc>
              <a:spcBef>
                <a:spcPts val="0"/>
              </a:spcBef>
              <a:spcAft>
                <a:spcPts val="0"/>
              </a:spcAft>
              <a:buClr>
                <a:srgbClr val="000000"/>
              </a:buClr>
              <a:buSzPts val="1200"/>
              <a:buFont typeface="Arial" panose="020B0604020202020204"/>
              <a:buNone/>
              <a:defRPr sz="1200" b="1" i="0" u="none" strike="noStrike" cap="none">
                <a:solidFill>
                  <a:srgbClr val="888888"/>
                </a:solidFill>
                <a:latin typeface="Calibri" panose="020F0502020204030204"/>
                <a:ea typeface="Calibri" panose="020F0502020204030204"/>
                <a:cs typeface="Calibri" panose="020F0502020204030204"/>
                <a:sym typeface="Calibri" panose="020F0502020204030204"/>
              </a:defRPr>
            </a:lvl7pPr>
            <a:lvl8pPr marL="0" marR="0" lvl="7" indent="0" algn="r">
              <a:lnSpc>
                <a:spcPct val="100000"/>
              </a:lnSpc>
              <a:spcBef>
                <a:spcPts val="0"/>
              </a:spcBef>
              <a:spcAft>
                <a:spcPts val="0"/>
              </a:spcAft>
              <a:buClr>
                <a:srgbClr val="000000"/>
              </a:buClr>
              <a:buSzPts val="1200"/>
              <a:buFont typeface="Arial" panose="020B0604020202020204"/>
              <a:buNone/>
              <a:defRPr sz="1200" b="1" i="0" u="none" strike="noStrike" cap="none">
                <a:solidFill>
                  <a:srgbClr val="888888"/>
                </a:solidFill>
                <a:latin typeface="Calibri" panose="020F0502020204030204"/>
                <a:ea typeface="Calibri" panose="020F0502020204030204"/>
                <a:cs typeface="Calibri" panose="020F0502020204030204"/>
                <a:sym typeface="Calibri" panose="020F0502020204030204"/>
              </a:defRPr>
            </a:lvl8pPr>
            <a:lvl9pPr marL="0" marR="0" lvl="8" indent="0" algn="r">
              <a:lnSpc>
                <a:spcPct val="100000"/>
              </a:lnSpc>
              <a:spcBef>
                <a:spcPts val="0"/>
              </a:spcBef>
              <a:spcAft>
                <a:spcPts val="0"/>
              </a:spcAft>
              <a:buClr>
                <a:srgbClr val="000000"/>
              </a:buClr>
              <a:buSzPts val="1200"/>
              <a:buFont typeface="Arial" panose="020B0604020202020204"/>
              <a:buNone/>
              <a:defRPr sz="1200" b="1" i="0" u="none" strike="noStrike" cap="none">
                <a:solidFill>
                  <a:srgbClr val="888888"/>
                </a:solidFill>
                <a:latin typeface="Calibri" panose="020F0502020204030204"/>
                <a:ea typeface="Calibri" panose="020F0502020204030204"/>
                <a:cs typeface="Calibri" panose="020F0502020204030204"/>
                <a:sym typeface="Calibri" panose="020F0502020204030204"/>
              </a:defRPr>
            </a:lvl9pPr>
          </a:lstStyle>
          <a:p>
            <a:pPr marL="0" lvl="0" indent="0" algn="r" rtl="0">
              <a:spcBef>
                <a:spcPts val="0"/>
              </a:spcBef>
              <a:spcAft>
                <a:spcPts val="0"/>
              </a:spcAft>
              <a:buNone/>
            </a:pPr>
            <a:fld id="{00000000-1234-1234-1234-123412341234}" type="slidenum">
              <a:rPr lang="en-US"/>
            </a:fld>
            <a:endParaRPr lang="en-US"/>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titleOnly" matchingName="Title Only">
  <p:cSld name="TITLE_ONLY">
    <p:spTree>
      <p:nvGrpSpPr>
        <p:cNvPr id="55" name="Shape 55"/>
        <p:cNvGrpSpPr/>
        <p:nvPr/>
      </p:nvGrpSpPr>
      <p:grpSpPr>
        <a:xfrm>
          <a:off x="0" y="0"/>
          <a:ext cx="0" cy="0"/>
          <a:chOff x="0" y="0"/>
          <a:chExt cx="0" cy="0"/>
        </a:xfrm>
      </p:grpSpPr>
      <p:sp>
        <p:nvSpPr>
          <p:cNvPr id="56" name="Google Shape;56;p9"/>
          <p:cNvSpPr txBox="1"/>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57" name="Google Shape;57;p9"/>
          <p:cNvSpPr txBox="1"/>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58" name="Google Shape;58;p9"/>
          <p:cNvSpPr txBox="1"/>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59" name="Google Shape;59;p9"/>
          <p:cNvSpPr txBox="1"/>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panose="020B0604020202020204"/>
              <a:buNone/>
              <a:defRPr sz="1200" b="1" i="0" u="none" strike="noStrike" cap="none">
                <a:solidFill>
                  <a:srgbClr val="888888"/>
                </a:solidFill>
                <a:latin typeface="Calibri" panose="020F0502020204030204"/>
                <a:ea typeface="Calibri" panose="020F0502020204030204"/>
                <a:cs typeface="Calibri" panose="020F0502020204030204"/>
                <a:sym typeface="Calibri" panose="020F0502020204030204"/>
              </a:defRPr>
            </a:lvl1pPr>
            <a:lvl2pPr marL="0" marR="0" lvl="1" indent="0" algn="r">
              <a:lnSpc>
                <a:spcPct val="100000"/>
              </a:lnSpc>
              <a:spcBef>
                <a:spcPts val="0"/>
              </a:spcBef>
              <a:spcAft>
                <a:spcPts val="0"/>
              </a:spcAft>
              <a:buClr>
                <a:srgbClr val="000000"/>
              </a:buClr>
              <a:buSzPts val="1200"/>
              <a:buFont typeface="Arial" panose="020B0604020202020204"/>
              <a:buNone/>
              <a:defRPr sz="1200" b="1" i="0" u="none" strike="noStrike" cap="none">
                <a:solidFill>
                  <a:srgbClr val="888888"/>
                </a:solidFill>
                <a:latin typeface="Calibri" panose="020F0502020204030204"/>
                <a:ea typeface="Calibri" panose="020F0502020204030204"/>
                <a:cs typeface="Calibri" panose="020F0502020204030204"/>
                <a:sym typeface="Calibri" panose="020F0502020204030204"/>
              </a:defRPr>
            </a:lvl2pPr>
            <a:lvl3pPr marL="0" marR="0" lvl="2" indent="0" algn="r">
              <a:lnSpc>
                <a:spcPct val="100000"/>
              </a:lnSpc>
              <a:spcBef>
                <a:spcPts val="0"/>
              </a:spcBef>
              <a:spcAft>
                <a:spcPts val="0"/>
              </a:spcAft>
              <a:buClr>
                <a:srgbClr val="000000"/>
              </a:buClr>
              <a:buSzPts val="1200"/>
              <a:buFont typeface="Arial" panose="020B0604020202020204"/>
              <a:buNone/>
              <a:defRPr sz="1200" b="1" i="0" u="none" strike="noStrike" cap="none">
                <a:solidFill>
                  <a:srgbClr val="888888"/>
                </a:solidFill>
                <a:latin typeface="Calibri" panose="020F0502020204030204"/>
                <a:ea typeface="Calibri" panose="020F0502020204030204"/>
                <a:cs typeface="Calibri" panose="020F0502020204030204"/>
                <a:sym typeface="Calibri" panose="020F0502020204030204"/>
              </a:defRPr>
            </a:lvl3pPr>
            <a:lvl4pPr marL="0" marR="0" lvl="3" indent="0" algn="r">
              <a:lnSpc>
                <a:spcPct val="100000"/>
              </a:lnSpc>
              <a:spcBef>
                <a:spcPts val="0"/>
              </a:spcBef>
              <a:spcAft>
                <a:spcPts val="0"/>
              </a:spcAft>
              <a:buClr>
                <a:srgbClr val="000000"/>
              </a:buClr>
              <a:buSzPts val="1200"/>
              <a:buFont typeface="Arial" panose="020B0604020202020204"/>
              <a:buNone/>
              <a:defRPr sz="1200" b="1" i="0" u="none" strike="noStrike" cap="none">
                <a:solidFill>
                  <a:srgbClr val="888888"/>
                </a:solidFill>
                <a:latin typeface="Calibri" panose="020F0502020204030204"/>
                <a:ea typeface="Calibri" panose="020F0502020204030204"/>
                <a:cs typeface="Calibri" panose="020F0502020204030204"/>
                <a:sym typeface="Calibri" panose="020F0502020204030204"/>
              </a:defRPr>
            </a:lvl4pPr>
            <a:lvl5pPr marL="0" marR="0" lvl="4" indent="0" algn="r">
              <a:lnSpc>
                <a:spcPct val="100000"/>
              </a:lnSpc>
              <a:spcBef>
                <a:spcPts val="0"/>
              </a:spcBef>
              <a:spcAft>
                <a:spcPts val="0"/>
              </a:spcAft>
              <a:buClr>
                <a:srgbClr val="000000"/>
              </a:buClr>
              <a:buSzPts val="1200"/>
              <a:buFont typeface="Arial" panose="020B0604020202020204"/>
              <a:buNone/>
              <a:defRPr sz="1200" b="1" i="0" u="none" strike="noStrike" cap="none">
                <a:solidFill>
                  <a:srgbClr val="888888"/>
                </a:solidFill>
                <a:latin typeface="Calibri" panose="020F0502020204030204"/>
                <a:ea typeface="Calibri" panose="020F0502020204030204"/>
                <a:cs typeface="Calibri" panose="020F0502020204030204"/>
                <a:sym typeface="Calibri" panose="020F0502020204030204"/>
              </a:defRPr>
            </a:lvl5pPr>
            <a:lvl6pPr marL="0" marR="0" lvl="5" indent="0" algn="r">
              <a:lnSpc>
                <a:spcPct val="100000"/>
              </a:lnSpc>
              <a:spcBef>
                <a:spcPts val="0"/>
              </a:spcBef>
              <a:spcAft>
                <a:spcPts val="0"/>
              </a:spcAft>
              <a:buClr>
                <a:srgbClr val="000000"/>
              </a:buClr>
              <a:buSzPts val="1200"/>
              <a:buFont typeface="Arial" panose="020B0604020202020204"/>
              <a:buNone/>
              <a:defRPr sz="1200" b="1" i="0" u="none" strike="noStrike" cap="none">
                <a:solidFill>
                  <a:srgbClr val="888888"/>
                </a:solidFill>
                <a:latin typeface="Calibri" panose="020F0502020204030204"/>
                <a:ea typeface="Calibri" panose="020F0502020204030204"/>
                <a:cs typeface="Calibri" panose="020F0502020204030204"/>
                <a:sym typeface="Calibri" panose="020F0502020204030204"/>
              </a:defRPr>
            </a:lvl6pPr>
            <a:lvl7pPr marL="0" marR="0" lvl="6" indent="0" algn="r">
              <a:lnSpc>
                <a:spcPct val="100000"/>
              </a:lnSpc>
              <a:spcBef>
                <a:spcPts val="0"/>
              </a:spcBef>
              <a:spcAft>
                <a:spcPts val="0"/>
              </a:spcAft>
              <a:buClr>
                <a:srgbClr val="000000"/>
              </a:buClr>
              <a:buSzPts val="1200"/>
              <a:buFont typeface="Arial" panose="020B0604020202020204"/>
              <a:buNone/>
              <a:defRPr sz="1200" b="1" i="0" u="none" strike="noStrike" cap="none">
                <a:solidFill>
                  <a:srgbClr val="888888"/>
                </a:solidFill>
                <a:latin typeface="Calibri" panose="020F0502020204030204"/>
                <a:ea typeface="Calibri" panose="020F0502020204030204"/>
                <a:cs typeface="Calibri" panose="020F0502020204030204"/>
                <a:sym typeface="Calibri" panose="020F0502020204030204"/>
              </a:defRPr>
            </a:lvl7pPr>
            <a:lvl8pPr marL="0" marR="0" lvl="7" indent="0" algn="r">
              <a:lnSpc>
                <a:spcPct val="100000"/>
              </a:lnSpc>
              <a:spcBef>
                <a:spcPts val="0"/>
              </a:spcBef>
              <a:spcAft>
                <a:spcPts val="0"/>
              </a:spcAft>
              <a:buClr>
                <a:srgbClr val="000000"/>
              </a:buClr>
              <a:buSzPts val="1200"/>
              <a:buFont typeface="Arial" panose="020B0604020202020204"/>
              <a:buNone/>
              <a:defRPr sz="1200" b="1" i="0" u="none" strike="noStrike" cap="none">
                <a:solidFill>
                  <a:srgbClr val="888888"/>
                </a:solidFill>
                <a:latin typeface="Calibri" panose="020F0502020204030204"/>
                <a:ea typeface="Calibri" panose="020F0502020204030204"/>
                <a:cs typeface="Calibri" panose="020F0502020204030204"/>
                <a:sym typeface="Calibri" panose="020F0502020204030204"/>
              </a:defRPr>
            </a:lvl8pPr>
            <a:lvl9pPr marL="0" marR="0" lvl="8" indent="0" algn="r">
              <a:lnSpc>
                <a:spcPct val="100000"/>
              </a:lnSpc>
              <a:spcBef>
                <a:spcPts val="0"/>
              </a:spcBef>
              <a:spcAft>
                <a:spcPts val="0"/>
              </a:spcAft>
              <a:buClr>
                <a:srgbClr val="000000"/>
              </a:buClr>
              <a:buSzPts val="1200"/>
              <a:buFont typeface="Arial" panose="020B0604020202020204"/>
              <a:buNone/>
              <a:defRPr sz="1200" b="1" i="0" u="none" strike="noStrike" cap="none">
                <a:solidFill>
                  <a:srgbClr val="888888"/>
                </a:solidFill>
                <a:latin typeface="Calibri" panose="020F0502020204030204"/>
                <a:ea typeface="Calibri" panose="020F0502020204030204"/>
                <a:cs typeface="Calibri" panose="020F0502020204030204"/>
                <a:sym typeface="Calibri" panose="020F0502020204030204"/>
              </a:defRPr>
            </a:lvl9pPr>
          </a:lstStyle>
          <a:p>
            <a:pPr marL="0" lvl="0" indent="0" algn="r" rtl="0">
              <a:spcBef>
                <a:spcPts val="0"/>
              </a:spcBef>
              <a:spcAft>
                <a:spcPts val="0"/>
              </a:spcAft>
              <a:buNone/>
            </a:pPr>
            <a:fld id="{00000000-1234-1234-1234-123412341234}" type="slidenum">
              <a:rPr lang="en-US"/>
            </a:fld>
            <a:endParaRPr lang="en-US"/>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blank" matchingName="Blank">
  <p:cSld name="BLANK">
    <p:spTree>
      <p:nvGrpSpPr>
        <p:cNvPr id="60" name="Shape 60"/>
        <p:cNvGrpSpPr/>
        <p:nvPr/>
      </p:nvGrpSpPr>
      <p:grpSpPr>
        <a:xfrm>
          <a:off x="0" y="0"/>
          <a:ext cx="0" cy="0"/>
          <a:chOff x="0" y="0"/>
          <a:chExt cx="0" cy="0"/>
        </a:xfrm>
      </p:grpSpPr>
      <p:sp>
        <p:nvSpPr>
          <p:cNvPr id="61" name="Google Shape;61;p10"/>
          <p:cNvSpPr txBox="1"/>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62" name="Google Shape;62;p10"/>
          <p:cNvSpPr txBox="1"/>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63" name="Google Shape;63;p10"/>
          <p:cNvSpPr txBox="1"/>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panose="020B0604020202020204"/>
              <a:buNone/>
              <a:defRPr sz="1200" b="1" i="0" u="none" strike="noStrike" cap="none">
                <a:solidFill>
                  <a:srgbClr val="888888"/>
                </a:solidFill>
                <a:latin typeface="Calibri" panose="020F0502020204030204"/>
                <a:ea typeface="Calibri" panose="020F0502020204030204"/>
                <a:cs typeface="Calibri" panose="020F0502020204030204"/>
                <a:sym typeface="Calibri" panose="020F0502020204030204"/>
              </a:defRPr>
            </a:lvl1pPr>
            <a:lvl2pPr marL="0" marR="0" lvl="1" indent="0" algn="r">
              <a:lnSpc>
                <a:spcPct val="100000"/>
              </a:lnSpc>
              <a:spcBef>
                <a:spcPts val="0"/>
              </a:spcBef>
              <a:spcAft>
                <a:spcPts val="0"/>
              </a:spcAft>
              <a:buClr>
                <a:srgbClr val="000000"/>
              </a:buClr>
              <a:buSzPts val="1200"/>
              <a:buFont typeface="Arial" panose="020B0604020202020204"/>
              <a:buNone/>
              <a:defRPr sz="1200" b="1" i="0" u="none" strike="noStrike" cap="none">
                <a:solidFill>
                  <a:srgbClr val="888888"/>
                </a:solidFill>
                <a:latin typeface="Calibri" panose="020F0502020204030204"/>
                <a:ea typeface="Calibri" panose="020F0502020204030204"/>
                <a:cs typeface="Calibri" panose="020F0502020204030204"/>
                <a:sym typeface="Calibri" panose="020F0502020204030204"/>
              </a:defRPr>
            </a:lvl2pPr>
            <a:lvl3pPr marL="0" marR="0" lvl="2" indent="0" algn="r">
              <a:lnSpc>
                <a:spcPct val="100000"/>
              </a:lnSpc>
              <a:spcBef>
                <a:spcPts val="0"/>
              </a:spcBef>
              <a:spcAft>
                <a:spcPts val="0"/>
              </a:spcAft>
              <a:buClr>
                <a:srgbClr val="000000"/>
              </a:buClr>
              <a:buSzPts val="1200"/>
              <a:buFont typeface="Arial" panose="020B0604020202020204"/>
              <a:buNone/>
              <a:defRPr sz="1200" b="1" i="0" u="none" strike="noStrike" cap="none">
                <a:solidFill>
                  <a:srgbClr val="888888"/>
                </a:solidFill>
                <a:latin typeface="Calibri" panose="020F0502020204030204"/>
                <a:ea typeface="Calibri" panose="020F0502020204030204"/>
                <a:cs typeface="Calibri" panose="020F0502020204030204"/>
                <a:sym typeface="Calibri" panose="020F0502020204030204"/>
              </a:defRPr>
            </a:lvl3pPr>
            <a:lvl4pPr marL="0" marR="0" lvl="3" indent="0" algn="r">
              <a:lnSpc>
                <a:spcPct val="100000"/>
              </a:lnSpc>
              <a:spcBef>
                <a:spcPts val="0"/>
              </a:spcBef>
              <a:spcAft>
                <a:spcPts val="0"/>
              </a:spcAft>
              <a:buClr>
                <a:srgbClr val="000000"/>
              </a:buClr>
              <a:buSzPts val="1200"/>
              <a:buFont typeface="Arial" panose="020B0604020202020204"/>
              <a:buNone/>
              <a:defRPr sz="1200" b="1" i="0" u="none" strike="noStrike" cap="none">
                <a:solidFill>
                  <a:srgbClr val="888888"/>
                </a:solidFill>
                <a:latin typeface="Calibri" panose="020F0502020204030204"/>
                <a:ea typeface="Calibri" panose="020F0502020204030204"/>
                <a:cs typeface="Calibri" panose="020F0502020204030204"/>
                <a:sym typeface="Calibri" panose="020F0502020204030204"/>
              </a:defRPr>
            </a:lvl4pPr>
            <a:lvl5pPr marL="0" marR="0" lvl="4" indent="0" algn="r">
              <a:lnSpc>
                <a:spcPct val="100000"/>
              </a:lnSpc>
              <a:spcBef>
                <a:spcPts val="0"/>
              </a:spcBef>
              <a:spcAft>
                <a:spcPts val="0"/>
              </a:spcAft>
              <a:buClr>
                <a:srgbClr val="000000"/>
              </a:buClr>
              <a:buSzPts val="1200"/>
              <a:buFont typeface="Arial" panose="020B0604020202020204"/>
              <a:buNone/>
              <a:defRPr sz="1200" b="1" i="0" u="none" strike="noStrike" cap="none">
                <a:solidFill>
                  <a:srgbClr val="888888"/>
                </a:solidFill>
                <a:latin typeface="Calibri" panose="020F0502020204030204"/>
                <a:ea typeface="Calibri" panose="020F0502020204030204"/>
                <a:cs typeface="Calibri" panose="020F0502020204030204"/>
                <a:sym typeface="Calibri" panose="020F0502020204030204"/>
              </a:defRPr>
            </a:lvl5pPr>
            <a:lvl6pPr marL="0" marR="0" lvl="5" indent="0" algn="r">
              <a:lnSpc>
                <a:spcPct val="100000"/>
              </a:lnSpc>
              <a:spcBef>
                <a:spcPts val="0"/>
              </a:spcBef>
              <a:spcAft>
                <a:spcPts val="0"/>
              </a:spcAft>
              <a:buClr>
                <a:srgbClr val="000000"/>
              </a:buClr>
              <a:buSzPts val="1200"/>
              <a:buFont typeface="Arial" panose="020B0604020202020204"/>
              <a:buNone/>
              <a:defRPr sz="1200" b="1" i="0" u="none" strike="noStrike" cap="none">
                <a:solidFill>
                  <a:srgbClr val="888888"/>
                </a:solidFill>
                <a:latin typeface="Calibri" panose="020F0502020204030204"/>
                <a:ea typeface="Calibri" panose="020F0502020204030204"/>
                <a:cs typeface="Calibri" panose="020F0502020204030204"/>
                <a:sym typeface="Calibri" panose="020F0502020204030204"/>
              </a:defRPr>
            </a:lvl6pPr>
            <a:lvl7pPr marL="0" marR="0" lvl="6" indent="0" algn="r">
              <a:lnSpc>
                <a:spcPct val="100000"/>
              </a:lnSpc>
              <a:spcBef>
                <a:spcPts val="0"/>
              </a:spcBef>
              <a:spcAft>
                <a:spcPts val="0"/>
              </a:spcAft>
              <a:buClr>
                <a:srgbClr val="000000"/>
              </a:buClr>
              <a:buSzPts val="1200"/>
              <a:buFont typeface="Arial" panose="020B0604020202020204"/>
              <a:buNone/>
              <a:defRPr sz="1200" b="1" i="0" u="none" strike="noStrike" cap="none">
                <a:solidFill>
                  <a:srgbClr val="888888"/>
                </a:solidFill>
                <a:latin typeface="Calibri" panose="020F0502020204030204"/>
                <a:ea typeface="Calibri" panose="020F0502020204030204"/>
                <a:cs typeface="Calibri" panose="020F0502020204030204"/>
                <a:sym typeface="Calibri" panose="020F0502020204030204"/>
              </a:defRPr>
            </a:lvl7pPr>
            <a:lvl8pPr marL="0" marR="0" lvl="7" indent="0" algn="r">
              <a:lnSpc>
                <a:spcPct val="100000"/>
              </a:lnSpc>
              <a:spcBef>
                <a:spcPts val="0"/>
              </a:spcBef>
              <a:spcAft>
                <a:spcPts val="0"/>
              </a:spcAft>
              <a:buClr>
                <a:srgbClr val="000000"/>
              </a:buClr>
              <a:buSzPts val="1200"/>
              <a:buFont typeface="Arial" panose="020B0604020202020204"/>
              <a:buNone/>
              <a:defRPr sz="1200" b="1" i="0" u="none" strike="noStrike" cap="none">
                <a:solidFill>
                  <a:srgbClr val="888888"/>
                </a:solidFill>
                <a:latin typeface="Calibri" panose="020F0502020204030204"/>
                <a:ea typeface="Calibri" panose="020F0502020204030204"/>
                <a:cs typeface="Calibri" panose="020F0502020204030204"/>
                <a:sym typeface="Calibri" panose="020F0502020204030204"/>
              </a:defRPr>
            </a:lvl8pPr>
            <a:lvl9pPr marL="0" marR="0" lvl="8" indent="0" algn="r">
              <a:lnSpc>
                <a:spcPct val="100000"/>
              </a:lnSpc>
              <a:spcBef>
                <a:spcPts val="0"/>
              </a:spcBef>
              <a:spcAft>
                <a:spcPts val="0"/>
              </a:spcAft>
              <a:buClr>
                <a:srgbClr val="000000"/>
              </a:buClr>
              <a:buSzPts val="1200"/>
              <a:buFont typeface="Arial" panose="020B0604020202020204"/>
              <a:buNone/>
              <a:defRPr sz="1200" b="1" i="0" u="none" strike="noStrike" cap="none">
                <a:solidFill>
                  <a:srgbClr val="888888"/>
                </a:solidFill>
                <a:latin typeface="Calibri" panose="020F0502020204030204"/>
                <a:ea typeface="Calibri" panose="020F0502020204030204"/>
                <a:cs typeface="Calibri" panose="020F0502020204030204"/>
                <a:sym typeface="Calibri" panose="020F0502020204030204"/>
              </a:defRPr>
            </a:lvl9pPr>
          </a:lstStyle>
          <a:p>
            <a:pPr marL="0" lvl="0" indent="0" algn="r" rtl="0">
              <a:spcBef>
                <a:spcPts val="0"/>
              </a:spcBef>
              <a:spcAft>
                <a:spcPts val="0"/>
              </a:spcAft>
              <a:buNone/>
            </a:pPr>
            <a:fld id="{00000000-1234-1234-1234-123412341234}" type="slidenum">
              <a:rPr lang="en-US"/>
            </a:fld>
            <a:endParaRPr lang="en-US"/>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objTx" matchingName="Content with Caption">
  <p:cSld name="OBJECT_WITH_CAPTION_TEXT">
    <p:spTree>
      <p:nvGrpSpPr>
        <p:cNvPr id="64" name="Shape 64"/>
        <p:cNvGrpSpPr/>
        <p:nvPr/>
      </p:nvGrpSpPr>
      <p:grpSpPr>
        <a:xfrm>
          <a:off x="0" y="0"/>
          <a:ext cx="0" cy="0"/>
          <a:chOff x="0" y="0"/>
          <a:chExt cx="0" cy="0"/>
        </a:xfrm>
      </p:grpSpPr>
      <p:sp>
        <p:nvSpPr>
          <p:cNvPr id="65" name="Google Shape;65;p11"/>
          <p:cNvSpPr txBox="1"/>
          <p:nvPr>
            <p:ph type="title"/>
          </p:nvPr>
        </p:nvSpPr>
        <p:spPr>
          <a:xfrm>
            <a:off x="839788" y="457200"/>
            <a:ext cx="3932237" cy="1600200"/>
          </a:xfrm>
          <a:prstGeom prst="rect">
            <a:avLst/>
          </a:prstGeom>
          <a:noFill/>
          <a:ln>
            <a:noFill/>
          </a:ln>
        </p:spPr>
        <p:txBody>
          <a:bodyPr spcFirstLastPara="1" wrap="square" lIns="91425" tIns="45700" rIns="91425" bIns="45700" anchor="b" anchorCtr="0">
            <a:normAutofit/>
          </a:bodyPr>
          <a:lstStyle>
            <a:lvl1pPr lvl="0" algn="l">
              <a:lnSpc>
                <a:spcPct val="90000"/>
              </a:lnSpc>
              <a:spcBef>
                <a:spcPts val="0"/>
              </a:spcBef>
              <a:spcAft>
                <a:spcPts val="0"/>
              </a:spcAft>
              <a:buClr>
                <a:schemeClr val="dk1"/>
              </a:buClr>
              <a:buSzPts val="3200"/>
              <a:buFont typeface="Calibri" panose="020F0502020204030204"/>
              <a:buNone/>
              <a:defRPr sz="3200"/>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66" name="Google Shape;66;p11"/>
          <p:cNvSpPr txBox="1"/>
          <p:nvPr>
            <p:ph type="body" idx="1"/>
          </p:nvPr>
        </p:nvSpPr>
        <p:spPr>
          <a:xfrm>
            <a:off x="5183188" y="987425"/>
            <a:ext cx="6172200" cy="4873625"/>
          </a:xfrm>
          <a:prstGeom prst="rect">
            <a:avLst/>
          </a:prstGeom>
          <a:noFill/>
          <a:ln>
            <a:noFill/>
          </a:ln>
        </p:spPr>
        <p:txBody>
          <a:bodyPr spcFirstLastPara="1" wrap="square" lIns="91425" tIns="45700" rIns="91425" bIns="45700" anchor="t" anchorCtr="0">
            <a:normAutofit/>
          </a:bodyPr>
          <a:lstStyle>
            <a:lvl1pPr marL="457200" lvl="0" indent="-431800" algn="l">
              <a:lnSpc>
                <a:spcPct val="90000"/>
              </a:lnSpc>
              <a:spcBef>
                <a:spcPts val="1000"/>
              </a:spcBef>
              <a:spcAft>
                <a:spcPts val="0"/>
              </a:spcAft>
              <a:buClr>
                <a:schemeClr val="dk1"/>
              </a:buClr>
              <a:buSzPts val="3200"/>
              <a:buChar char="•"/>
              <a:defRPr sz="3200"/>
            </a:lvl1pPr>
            <a:lvl2pPr marL="914400" lvl="1" indent="-406400" algn="l">
              <a:lnSpc>
                <a:spcPct val="90000"/>
              </a:lnSpc>
              <a:spcBef>
                <a:spcPts val="500"/>
              </a:spcBef>
              <a:spcAft>
                <a:spcPts val="0"/>
              </a:spcAft>
              <a:buClr>
                <a:schemeClr val="dk1"/>
              </a:buClr>
              <a:buSzPts val="2800"/>
              <a:buChar char="•"/>
              <a:defRPr sz="2800"/>
            </a:lvl2pPr>
            <a:lvl3pPr marL="1371600" lvl="2" indent="-381000" algn="l">
              <a:lnSpc>
                <a:spcPct val="90000"/>
              </a:lnSpc>
              <a:spcBef>
                <a:spcPts val="500"/>
              </a:spcBef>
              <a:spcAft>
                <a:spcPts val="0"/>
              </a:spcAft>
              <a:buClr>
                <a:schemeClr val="dk1"/>
              </a:buClr>
              <a:buSzPts val="2400"/>
              <a:buChar char="•"/>
              <a:defRPr sz="2400"/>
            </a:lvl3pPr>
            <a:lvl4pPr marL="1828800" lvl="3" indent="-355600" algn="l">
              <a:lnSpc>
                <a:spcPct val="90000"/>
              </a:lnSpc>
              <a:spcBef>
                <a:spcPts val="500"/>
              </a:spcBef>
              <a:spcAft>
                <a:spcPts val="0"/>
              </a:spcAft>
              <a:buClr>
                <a:schemeClr val="dk1"/>
              </a:buClr>
              <a:buSzPts val="2000"/>
              <a:buChar char="•"/>
              <a:defRPr sz="2000"/>
            </a:lvl4pPr>
            <a:lvl5pPr marL="2286000" lvl="4" indent="-355600" algn="l">
              <a:lnSpc>
                <a:spcPct val="90000"/>
              </a:lnSpc>
              <a:spcBef>
                <a:spcPts val="500"/>
              </a:spcBef>
              <a:spcAft>
                <a:spcPts val="0"/>
              </a:spcAft>
              <a:buClr>
                <a:schemeClr val="dk1"/>
              </a:buClr>
              <a:buSzPts val="2000"/>
              <a:buChar char="•"/>
              <a:defRPr sz="2000"/>
            </a:lvl5pPr>
            <a:lvl6pPr marL="2743200" lvl="5" indent="-355600" algn="l">
              <a:lnSpc>
                <a:spcPct val="90000"/>
              </a:lnSpc>
              <a:spcBef>
                <a:spcPts val="500"/>
              </a:spcBef>
              <a:spcAft>
                <a:spcPts val="0"/>
              </a:spcAft>
              <a:buClr>
                <a:schemeClr val="dk1"/>
              </a:buClr>
              <a:buSzPts val="2000"/>
              <a:buChar char="•"/>
              <a:defRPr sz="2000"/>
            </a:lvl6pPr>
            <a:lvl7pPr marL="3200400" lvl="6" indent="-355600" algn="l">
              <a:lnSpc>
                <a:spcPct val="90000"/>
              </a:lnSpc>
              <a:spcBef>
                <a:spcPts val="500"/>
              </a:spcBef>
              <a:spcAft>
                <a:spcPts val="0"/>
              </a:spcAft>
              <a:buClr>
                <a:schemeClr val="dk1"/>
              </a:buClr>
              <a:buSzPts val="2000"/>
              <a:buChar char="•"/>
              <a:defRPr sz="2000"/>
            </a:lvl7pPr>
            <a:lvl8pPr marL="3657600" lvl="7" indent="-355600" algn="l">
              <a:lnSpc>
                <a:spcPct val="90000"/>
              </a:lnSpc>
              <a:spcBef>
                <a:spcPts val="500"/>
              </a:spcBef>
              <a:spcAft>
                <a:spcPts val="0"/>
              </a:spcAft>
              <a:buClr>
                <a:schemeClr val="dk1"/>
              </a:buClr>
              <a:buSzPts val="2000"/>
              <a:buChar char="•"/>
              <a:defRPr sz="2000"/>
            </a:lvl8pPr>
            <a:lvl9pPr marL="4114800" lvl="8" indent="-355600" algn="l">
              <a:lnSpc>
                <a:spcPct val="90000"/>
              </a:lnSpc>
              <a:spcBef>
                <a:spcPts val="500"/>
              </a:spcBef>
              <a:spcAft>
                <a:spcPts val="0"/>
              </a:spcAft>
              <a:buClr>
                <a:schemeClr val="dk1"/>
              </a:buClr>
              <a:buSzPts val="2000"/>
              <a:buChar char="•"/>
              <a:defRPr sz="2000"/>
            </a:lvl9pPr>
          </a:lstStyle>
          <a:p/>
        </p:txBody>
      </p:sp>
      <p:sp>
        <p:nvSpPr>
          <p:cNvPr id="67" name="Google Shape;67;p11"/>
          <p:cNvSpPr txBox="1"/>
          <p:nvPr>
            <p:ph type="body" idx="2"/>
          </p:nvPr>
        </p:nvSpPr>
        <p:spPr>
          <a:xfrm>
            <a:off x="839788" y="2057400"/>
            <a:ext cx="3932237" cy="3811588"/>
          </a:xfrm>
          <a:prstGeom prst="rect">
            <a:avLst/>
          </a:prstGeom>
          <a:noFill/>
          <a:ln>
            <a:noFill/>
          </a:ln>
        </p:spPr>
        <p:txBody>
          <a:bodyPr spcFirstLastPara="1" wrap="square" lIns="91425" tIns="45700" rIns="91425" bIns="45700" anchor="t" anchorCtr="0">
            <a:normAutofit/>
          </a:bodyPr>
          <a:lstStyle>
            <a:lvl1pPr marL="457200" lvl="0" indent="-228600" algn="l">
              <a:lnSpc>
                <a:spcPct val="90000"/>
              </a:lnSpc>
              <a:spcBef>
                <a:spcPts val="1000"/>
              </a:spcBef>
              <a:spcAft>
                <a:spcPts val="0"/>
              </a:spcAft>
              <a:buClr>
                <a:schemeClr val="dk1"/>
              </a:buClr>
              <a:buSzPts val="1600"/>
              <a:buNone/>
              <a:defRPr sz="1600"/>
            </a:lvl1pPr>
            <a:lvl2pPr marL="914400" lvl="1" indent="-228600" algn="l">
              <a:lnSpc>
                <a:spcPct val="90000"/>
              </a:lnSpc>
              <a:spcBef>
                <a:spcPts val="500"/>
              </a:spcBef>
              <a:spcAft>
                <a:spcPts val="0"/>
              </a:spcAft>
              <a:buClr>
                <a:schemeClr val="dk1"/>
              </a:buClr>
              <a:buSzPts val="1400"/>
              <a:buNone/>
              <a:defRPr sz="1400"/>
            </a:lvl2pPr>
            <a:lvl3pPr marL="1371600" lvl="2" indent="-228600" algn="l">
              <a:lnSpc>
                <a:spcPct val="90000"/>
              </a:lnSpc>
              <a:spcBef>
                <a:spcPts val="500"/>
              </a:spcBef>
              <a:spcAft>
                <a:spcPts val="0"/>
              </a:spcAft>
              <a:buClr>
                <a:schemeClr val="dk1"/>
              </a:buClr>
              <a:buSzPts val="1200"/>
              <a:buNone/>
              <a:defRPr sz="1200"/>
            </a:lvl3pPr>
            <a:lvl4pPr marL="1828800" lvl="3" indent="-228600" algn="l">
              <a:lnSpc>
                <a:spcPct val="90000"/>
              </a:lnSpc>
              <a:spcBef>
                <a:spcPts val="500"/>
              </a:spcBef>
              <a:spcAft>
                <a:spcPts val="0"/>
              </a:spcAft>
              <a:buClr>
                <a:schemeClr val="dk1"/>
              </a:buClr>
              <a:buSzPts val="1000"/>
              <a:buNone/>
              <a:defRPr sz="1000"/>
            </a:lvl4pPr>
            <a:lvl5pPr marL="2286000" lvl="4" indent="-228600" algn="l">
              <a:lnSpc>
                <a:spcPct val="90000"/>
              </a:lnSpc>
              <a:spcBef>
                <a:spcPts val="500"/>
              </a:spcBef>
              <a:spcAft>
                <a:spcPts val="0"/>
              </a:spcAft>
              <a:buClr>
                <a:schemeClr val="dk1"/>
              </a:buClr>
              <a:buSzPts val="1000"/>
              <a:buNone/>
              <a:defRPr sz="1000"/>
            </a:lvl5pPr>
            <a:lvl6pPr marL="2743200" lvl="5" indent="-228600" algn="l">
              <a:lnSpc>
                <a:spcPct val="90000"/>
              </a:lnSpc>
              <a:spcBef>
                <a:spcPts val="500"/>
              </a:spcBef>
              <a:spcAft>
                <a:spcPts val="0"/>
              </a:spcAft>
              <a:buClr>
                <a:schemeClr val="dk1"/>
              </a:buClr>
              <a:buSzPts val="1000"/>
              <a:buNone/>
              <a:defRPr sz="1000"/>
            </a:lvl6pPr>
            <a:lvl7pPr marL="3200400" lvl="6" indent="-228600" algn="l">
              <a:lnSpc>
                <a:spcPct val="90000"/>
              </a:lnSpc>
              <a:spcBef>
                <a:spcPts val="500"/>
              </a:spcBef>
              <a:spcAft>
                <a:spcPts val="0"/>
              </a:spcAft>
              <a:buClr>
                <a:schemeClr val="dk1"/>
              </a:buClr>
              <a:buSzPts val="1000"/>
              <a:buNone/>
              <a:defRPr sz="1000"/>
            </a:lvl7pPr>
            <a:lvl8pPr marL="3657600" lvl="7" indent="-228600" algn="l">
              <a:lnSpc>
                <a:spcPct val="90000"/>
              </a:lnSpc>
              <a:spcBef>
                <a:spcPts val="500"/>
              </a:spcBef>
              <a:spcAft>
                <a:spcPts val="0"/>
              </a:spcAft>
              <a:buClr>
                <a:schemeClr val="dk1"/>
              </a:buClr>
              <a:buSzPts val="1000"/>
              <a:buNone/>
              <a:defRPr sz="1000"/>
            </a:lvl8pPr>
            <a:lvl9pPr marL="4114800" lvl="8" indent="-228600" algn="l">
              <a:lnSpc>
                <a:spcPct val="90000"/>
              </a:lnSpc>
              <a:spcBef>
                <a:spcPts val="500"/>
              </a:spcBef>
              <a:spcAft>
                <a:spcPts val="0"/>
              </a:spcAft>
              <a:buClr>
                <a:schemeClr val="dk1"/>
              </a:buClr>
              <a:buSzPts val="1000"/>
              <a:buNone/>
              <a:defRPr sz="1000"/>
            </a:lvl9pPr>
          </a:lstStyle>
          <a:p/>
        </p:txBody>
      </p:sp>
      <p:sp>
        <p:nvSpPr>
          <p:cNvPr id="68" name="Google Shape;68;p11"/>
          <p:cNvSpPr txBox="1"/>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69" name="Google Shape;69;p11"/>
          <p:cNvSpPr txBox="1"/>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70" name="Google Shape;70;p11"/>
          <p:cNvSpPr txBox="1"/>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panose="020B0604020202020204"/>
              <a:buNone/>
              <a:defRPr sz="1200" b="1" i="0" u="none" strike="noStrike" cap="none">
                <a:solidFill>
                  <a:srgbClr val="888888"/>
                </a:solidFill>
                <a:latin typeface="Calibri" panose="020F0502020204030204"/>
                <a:ea typeface="Calibri" panose="020F0502020204030204"/>
                <a:cs typeface="Calibri" panose="020F0502020204030204"/>
                <a:sym typeface="Calibri" panose="020F0502020204030204"/>
              </a:defRPr>
            </a:lvl1pPr>
            <a:lvl2pPr marL="0" marR="0" lvl="1" indent="0" algn="r">
              <a:lnSpc>
                <a:spcPct val="100000"/>
              </a:lnSpc>
              <a:spcBef>
                <a:spcPts val="0"/>
              </a:spcBef>
              <a:spcAft>
                <a:spcPts val="0"/>
              </a:spcAft>
              <a:buClr>
                <a:srgbClr val="000000"/>
              </a:buClr>
              <a:buSzPts val="1200"/>
              <a:buFont typeface="Arial" panose="020B0604020202020204"/>
              <a:buNone/>
              <a:defRPr sz="1200" b="1" i="0" u="none" strike="noStrike" cap="none">
                <a:solidFill>
                  <a:srgbClr val="888888"/>
                </a:solidFill>
                <a:latin typeface="Calibri" panose="020F0502020204030204"/>
                <a:ea typeface="Calibri" panose="020F0502020204030204"/>
                <a:cs typeface="Calibri" panose="020F0502020204030204"/>
                <a:sym typeface="Calibri" panose="020F0502020204030204"/>
              </a:defRPr>
            </a:lvl2pPr>
            <a:lvl3pPr marL="0" marR="0" lvl="2" indent="0" algn="r">
              <a:lnSpc>
                <a:spcPct val="100000"/>
              </a:lnSpc>
              <a:spcBef>
                <a:spcPts val="0"/>
              </a:spcBef>
              <a:spcAft>
                <a:spcPts val="0"/>
              </a:spcAft>
              <a:buClr>
                <a:srgbClr val="000000"/>
              </a:buClr>
              <a:buSzPts val="1200"/>
              <a:buFont typeface="Arial" panose="020B0604020202020204"/>
              <a:buNone/>
              <a:defRPr sz="1200" b="1" i="0" u="none" strike="noStrike" cap="none">
                <a:solidFill>
                  <a:srgbClr val="888888"/>
                </a:solidFill>
                <a:latin typeface="Calibri" panose="020F0502020204030204"/>
                <a:ea typeface="Calibri" panose="020F0502020204030204"/>
                <a:cs typeface="Calibri" panose="020F0502020204030204"/>
                <a:sym typeface="Calibri" panose="020F0502020204030204"/>
              </a:defRPr>
            </a:lvl3pPr>
            <a:lvl4pPr marL="0" marR="0" lvl="3" indent="0" algn="r">
              <a:lnSpc>
                <a:spcPct val="100000"/>
              </a:lnSpc>
              <a:spcBef>
                <a:spcPts val="0"/>
              </a:spcBef>
              <a:spcAft>
                <a:spcPts val="0"/>
              </a:spcAft>
              <a:buClr>
                <a:srgbClr val="000000"/>
              </a:buClr>
              <a:buSzPts val="1200"/>
              <a:buFont typeface="Arial" panose="020B0604020202020204"/>
              <a:buNone/>
              <a:defRPr sz="1200" b="1" i="0" u="none" strike="noStrike" cap="none">
                <a:solidFill>
                  <a:srgbClr val="888888"/>
                </a:solidFill>
                <a:latin typeface="Calibri" panose="020F0502020204030204"/>
                <a:ea typeface="Calibri" panose="020F0502020204030204"/>
                <a:cs typeface="Calibri" panose="020F0502020204030204"/>
                <a:sym typeface="Calibri" panose="020F0502020204030204"/>
              </a:defRPr>
            </a:lvl4pPr>
            <a:lvl5pPr marL="0" marR="0" lvl="4" indent="0" algn="r">
              <a:lnSpc>
                <a:spcPct val="100000"/>
              </a:lnSpc>
              <a:spcBef>
                <a:spcPts val="0"/>
              </a:spcBef>
              <a:spcAft>
                <a:spcPts val="0"/>
              </a:spcAft>
              <a:buClr>
                <a:srgbClr val="000000"/>
              </a:buClr>
              <a:buSzPts val="1200"/>
              <a:buFont typeface="Arial" panose="020B0604020202020204"/>
              <a:buNone/>
              <a:defRPr sz="1200" b="1" i="0" u="none" strike="noStrike" cap="none">
                <a:solidFill>
                  <a:srgbClr val="888888"/>
                </a:solidFill>
                <a:latin typeface="Calibri" panose="020F0502020204030204"/>
                <a:ea typeface="Calibri" panose="020F0502020204030204"/>
                <a:cs typeface="Calibri" panose="020F0502020204030204"/>
                <a:sym typeface="Calibri" panose="020F0502020204030204"/>
              </a:defRPr>
            </a:lvl5pPr>
            <a:lvl6pPr marL="0" marR="0" lvl="5" indent="0" algn="r">
              <a:lnSpc>
                <a:spcPct val="100000"/>
              </a:lnSpc>
              <a:spcBef>
                <a:spcPts val="0"/>
              </a:spcBef>
              <a:spcAft>
                <a:spcPts val="0"/>
              </a:spcAft>
              <a:buClr>
                <a:srgbClr val="000000"/>
              </a:buClr>
              <a:buSzPts val="1200"/>
              <a:buFont typeface="Arial" panose="020B0604020202020204"/>
              <a:buNone/>
              <a:defRPr sz="1200" b="1" i="0" u="none" strike="noStrike" cap="none">
                <a:solidFill>
                  <a:srgbClr val="888888"/>
                </a:solidFill>
                <a:latin typeface="Calibri" panose="020F0502020204030204"/>
                <a:ea typeface="Calibri" panose="020F0502020204030204"/>
                <a:cs typeface="Calibri" panose="020F0502020204030204"/>
                <a:sym typeface="Calibri" panose="020F0502020204030204"/>
              </a:defRPr>
            </a:lvl6pPr>
            <a:lvl7pPr marL="0" marR="0" lvl="6" indent="0" algn="r">
              <a:lnSpc>
                <a:spcPct val="100000"/>
              </a:lnSpc>
              <a:spcBef>
                <a:spcPts val="0"/>
              </a:spcBef>
              <a:spcAft>
                <a:spcPts val="0"/>
              </a:spcAft>
              <a:buClr>
                <a:srgbClr val="000000"/>
              </a:buClr>
              <a:buSzPts val="1200"/>
              <a:buFont typeface="Arial" panose="020B0604020202020204"/>
              <a:buNone/>
              <a:defRPr sz="1200" b="1" i="0" u="none" strike="noStrike" cap="none">
                <a:solidFill>
                  <a:srgbClr val="888888"/>
                </a:solidFill>
                <a:latin typeface="Calibri" panose="020F0502020204030204"/>
                <a:ea typeface="Calibri" panose="020F0502020204030204"/>
                <a:cs typeface="Calibri" panose="020F0502020204030204"/>
                <a:sym typeface="Calibri" panose="020F0502020204030204"/>
              </a:defRPr>
            </a:lvl7pPr>
            <a:lvl8pPr marL="0" marR="0" lvl="7" indent="0" algn="r">
              <a:lnSpc>
                <a:spcPct val="100000"/>
              </a:lnSpc>
              <a:spcBef>
                <a:spcPts val="0"/>
              </a:spcBef>
              <a:spcAft>
                <a:spcPts val="0"/>
              </a:spcAft>
              <a:buClr>
                <a:srgbClr val="000000"/>
              </a:buClr>
              <a:buSzPts val="1200"/>
              <a:buFont typeface="Arial" panose="020B0604020202020204"/>
              <a:buNone/>
              <a:defRPr sz="1200" b="1" i="0" u="none" strike="noStrike" cap="none">
                <a:solidFill>
                  <a:srgbClr val="888888"/>
                </a:solidFill>
                <a:latin typeface="Calibri" panose="020F0502020204030204"/>
                <a:ea typeface="Calibri" panose="020F0502020204030204"/>
                <a:cs typeface="Calibri" panose="020F0502020204030204"/>
                <a:sym typeface="Calibri" panose="020F0502020204030204"/>
              </a:defRPr>
            </a:lvl8pPr>
            <a:lvl9pPr marL="0" marR="0" lvl="8" indent="0" algn="r">
              <a:lnSpc>
                <a:spcPct val="100000"/>
              </a:lnSpc>
              <a:spcBef>
                <a:spcPts val="0"/>
              </a:spcBef>
              <a:spcAft>
                <a:spcPts val="0"/>
              </a:spcAft>
              <a:buClr>
                <a:srgbClr val="000000"/>
              </a:buClr>
              <a:buSzPts val="1200"/>
              <a:buFont typeface="Arial" panose="020B0604020202020204"/>
              <a:buNone/>
              <a:defRPr sz="1200" b="1" i="0" u="none" strike="noStrike" cap="none">
                <a:solidFill>
                  <a:srgbClr val="888888"/>
                </a:solidFill>
                <a:latin typeface="Calibri" panose="020F0502020204030204"/>
                <a:ea typeface="Calibri" panose="020F0502020204030204"/>
                <a:cs typeface="Calibri" panose="020F0502020204030204"/>
                <a:sym typeface="Calibri" panose="020F0502020204030204"/>
              </a:defRPr>
            </a:lvl9pPr>
          </a:lstStyle>
          <a:p>
            <a:pPr marL="0" lvl="0" indent="0" algn="r" rtl="0">
              <a:spcBef>
                <a:spcPts val="0"/>
              </a:spcBef>
              <a:spcAft>
                <a:spcPts val="0"/>
              </a:spcAft>
              <a:buNone/>
            </a:pPr>
            <a:fld id="{00000000-1234-1234-1234-123412341234}" type="slidenum">
              <a:rPr lang="en-US"/>
            </a:fld>
            <a:endParaRPr lang="en-US"/>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picTx" matchingName="Picture with Caption">
  <p:cSld name="PICTURE_WITH_CAPTION_TEXT">
    <p:spTree>
      <p:nvGrpSpPr>
        <p:cNvPr id="71" name="Shape 71"/>
        <p:cNvGrpSpPr/>
        <p:nvPr/>
      </p:nvGrpSpPr>
      <p:grpSpPr>
        <a:xfrm>
          <a:off x="0" y="0"/>
          <a:ext cx="0" cy="0"/>
          <a:chOff x="0" y="0"/>
          <a:chExt cx="0" cy="0"/>
        </a:xfrm>
      </p:grpSpPr>
      <p:sp>
        <p:nvSpPr>
          <p:cNvPr id="72" name="Google Shape;72;p12"/>
          <p:cNvSpPr txBox="1"/>
          <p:nvPr>
            <p:ph type="title"/>
          </p:nvPr>
        </p:nvSpPr>
        <p:spPr>
          <a:xfrm>
            <a:off x="839788" y="457200"/>
            <a:ext cx="3932237" cy="1600200"/>
          </a:xfrm>
          <a:prstGeom prst="rect">
            <a:avLst/>
          </a:prstGeom>
          <a:noFill/>
          <a:ln>
            <a:noFill/>
          </a:ln>
        </p:spPr>
        <p:txBody>
          <a:bodyPr spcFirstLastPara="1" wrap="square" lIns="91425" tIns="45700" rIns="91425" bIns="45700" anchor="b" anchorCtr="0">
            <a:normAutofit/>
          </a:bodyPr>
          <a:lstStyle>
            <a:lvl1pPr lvl="0" algn="l">
              <a:lnSpc>
                <a:spcPct val="90000"/>
              </a:lnSpc>
              <a:spcBef>
                <a:spcPts val="0"/>
              </a:spcBef>
              <a:spcAft>
                <a:spcPts val="0"/>
              </a:spcAft>
              <a:buClr>
                <a:schemeClr val="dk1"/>
              </a:buClr>
              <a:buSzPts val="3200"/>
              <a:buFont typeface="Calibri" panose="020F0502020204030204"/>
              <a:buNone/>
              <a:defRPr sz="3200"/>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73" name="Google Shape;73;p12"/>
          <p:cNvSpPr/>
          <p:nvPr>
            <p:ph type="pic" idx="2"/>
          </p:nvPr>
        </p:nvSpPr>
        <p:spPr>
          <a:xfrm>
            <a:off x="5183188" y="987425"/>
            <a:ext cx="6172200" cy="4873625"/>
          </a:xfrm>
          <a:prstGeom prst="rect">
            <a:avLst/>
          </a:prstGeom>
          <a:noFill/>
          <a:ln>
            <a:noFill/>
          </a:ln>
        </p:spPr>
      </p:sp>
      <p:sp>
        <p:nvSpPr>
          <p:cNvPr id="74" name="Google Shape;74;p12"/>
          <p:cNvSpPr txBox="1"/>
          <p:nvPr>
            <p:ph type="body" idx="1"/>
          </p:nvPr>
        </p:nvSpPr>
        <p:spPr>
          <a:xfrm>
            <a:off x="839788" y="2057400"/>
            <a:ext cx="3932237" cy="3811588"/>
          </a:xfrm>
          <a:prstGeom prst="rect">
            <a:avLst/>
          </a:prstGeom>
          <a:noFill/>
          <a:ln>
            <a:noFill/>
          </a:ln>
        </p:spPr>
        <p:txBody>
          <a:bodyPr spcFirstLastPara="1" wrap="square" lIns="91425" tIns="45700" rIns="91425" bIns="45700" anchor="t" anchorCtr="0">
            <a:normAutofit/>
          </a:bodyPr>
          <a:lstStyle>
            <a:lvl1pPr marL="457200" lvl="0" indent="-228600" algn="l">
              <a:lnSpc>
                <a:spcPct val="90000"/>
              </a:lnSpc>
              <a:spcBef>
                <a:spcPts val="1000"/>
              </a:spcBef>
              <a:spcAft>
                <a:spcPts val="0"/>
              </a:spcAft>
              <a:buClr>
                <a:schemeClr val="dk1"/>
              </a:buClr>
              <a:buSzPts val="1600"/>
              <a:buNone/>
              <a:defRPr sz="1600"/>
            </a:lvl1pPr>
            <a:lvl2pPr marL="914400" lvl="1" indent="-228600" algn="l">
              <a:lnSpc>
                <a:spcPct val="90000"/>
              </a:lnSpc>
              <a:spcBef>
                <a:spcPts val="500"/>
              </a:spcBef>
              <a:spcAft>
                <a:spcPts val="0"/>
              </a:spcAft>
              <a:buClr>
                <a:schemeClr val="dk1"/>
              </a:buClr>
              <a:buSzPts val="1400"/>
              <a:buNone/>
              <a:defRPr sz="1400"/>
            </a:lvl2pPr>
            <a:lvl3pPr marL="1371600" lvl="2" indent="-228600" algn="l">
              <a:lnSpc>
                <a:spcPct val="90000"/>
              </a:lnSpc>
              <a:spcBef>
                <a:spcPts val="500"/>
              </a:spcBef>
              <a:spcAft>
                <a:spcPts val="0"/>
              </a:spcAft>
              <a:buClr>
                <a:schemeClr val="dk1"/>
              </a:buClr>
              <a:buSzPts val="1200"/>
              <a:buNone/>
              <a:defRPr sz="1200"/>
            </a:lvl3pPr>
            <a:lvl4pPr marL="1828800" lvl="3" indent="-228600" algn="l">
              <a:lnSpc>
                <a:spcPct val="90000"/>
              </a:lnSpc>
              <a:spcBef>
                <a:spcPts val="500"/>
              </a:spcBef>
              <a:spcAft>
                <a:spcPts val="0"/>
              </a:spcAft>
              <a:buClr>
                <a:schemeClr val="dk1"/>
              </a:buClr>
              <a:buSzPts val="1000"/>
              <a:buNone/>
              <a:defRPr sz="1000"/>
            </a:lvl4pPr>
            <a:lvl5pPr marL="2286000" lvl="4" indent="-228600" algn="l">
              <a:lnSpc>
                <a:spcPct val="90000"/>
              </a:lnSpc>
              <a:spcBef>
                <a:spcPts val="500"/>
              </a:spcBef>
              <a:spcAft>
                <a:spcPts val="0"/>
              </a:spcAft>
              <a:buClr>
                <a:schemeClr val="dk1"/>
              </a:buClr>
              <a:buSzPts val="1000"/>
              <a:buNone/>
              <a:defRPr sz="1000"/>
            </a:lvl5pPr>
            <a:lvl6pPr marL="2743200" lvl="5" indent="-228600" algn="l">
              <a:lnSpc>
                <a:spcPct val="90000"/>
              </a:lnSpc>
              <a:spcBef>
                <a:spcPts val="500"/>
              </a:spcBef>
              <a:spcAft>
                <a:spcPts val="0"/>
              </a:spcAft>
              <a:buClr>
                <a:schemeClr val="dk1"/>
              </a:buClr>
              <a:buSzPts val="1000"/>
              <a:buNone/>
              <a:defRPr sz="1000"/>
            </a:lvl6pPr>
            <a:lvl7pPr marL="3200400" lvl="6" indent="-228600" algn="l">
              <a:lnSpc>
                <a:spcPct val="90000"/>
              </a:lnSpc>
              <a:spcBef>
                <a:spcPts val="500"/>
              </a:spcBef>
              <a:spcAft>
                <a:spcPts val="0"/>
              </a:spcAft>
              <a:buClr>
                <a:schemeClr val="dk1"/>
              </a:buClr>
              <a:buSzPts val="1000"/>
              <a:buNone/>
              <a:defRPr sz="1000"/>
            </a:lvl7pPr>
            <a:lvl8pPr marL="3657600" lvl="7" indent="-228600" algn="l">
              <a:lnSpc>
                <a:spcPct val="90000"/>
              </a:lnSpc>
              <a:spcBef>
                <a:spcPts val="500"/>
              </a:spcBef>
              <a:spcAft>
                <a:spcPts val="0"/>
              </a:spcAft>
              <a:buClr>
                <a:schemeClr val="dk1"/>
              </a:buClr>
              <a:buSzPts val="1000"/>
              <a:buNone/>
              <a:defRPr sz="1000"/>
            </a:lvl8pPr>
            <a:lvl9pPr marL="4114800" lvl="8" indent="-228600" algn="l">
              <a:lnSpc>
                <a:spcPct val="90000"/>
              </a:lnSpc>
              <a:spcBef>
                <a:spcPts val="500"/>
              </a:spcBef>
              <a:spcAft>
                <a:spcPts val="0"/>
              </a:spcAft>
              <a:buClr>
                <a:schemeClr val="dk1"/>
              </a:buClr>
              <a:buSzPts val="1000"/>
              <a:buNone/>
              <a:defRPr sz="1000"/>
            </a:lvl9pPr>
          </a:lstStyle>
          <a:p/>
        </p:txBody>
      </p:sp>
      <p:sp>
        <p:nvSpPr>
          <p:cNvPr id="75" name="Google Shape;75;p12"/>
          <p:cNvSpPr txBox="1"/>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76" name="Google Shape;76;p12"/>
          <p:cNvSpPr txBox="1"/>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77" name="Google Shape;77;p12"/>
          <p:cNvSpPr txBox="1"/>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panose="020B0604020202020204"/>
              <a:buNone/>
              <a:defRPr sz="1200" b="1" i="0" u="none" strike="noStrike" cap="none">
                <a:solidFill>
                  <a:srgbClr val="888888"/>
                </a:solidFill>
                <a:latin typeface="Calibri" panose="020F0502020204030204"/>
                <a:ea typeface="Calibri" panose="020F0502020204030204"/>
                <a:cs typeface="Calibri" panose="020F0502020204030204"/>
                <a:sym typeface="Calibri" panose="020F0502020204030204"/>
              </a:defRPr>
            </a:lvl1pPr>
            <a:lvl2pPr marL="0" marR="0" lvl="1" indent="0" algn="r">
              <a:lnSpc>
                <a:spcPct val="100000"/>
              </a:lnSpc>
              <a:spcBef>
                <a:spcPts val="0"/>
              </a:spcBef>
              <a:spcAft>
                <a:spcPts val="0"/>
              </a:spcAft>
              <a:buClr>
                <a:srgbClr val="000000"/>
              </a:buClr>
              <a:buSzPts val="1200"/>
              <a:buFont typeface="Arial" panose="020B0604020202020204"/>
              <a:buNone/>
              <a:defRPr sz="1200" b="1" i="0" u="none" strike="noStrike" cap="none">
                <a:solidFill>
                  <a:srgbClr val="888888"/>
                </a:solidFill>
                <a:latin typeface="Calibri" panose="020F0502020204030204"/>
                <a:ea typeface="Calibri" panose="020F0502020204030204"/>
                <a:cs typeface="Calibri" panose="020F0502020204030204"/>
                <a:sym typeface="Calibri" panose="020F0502020204030204"/>
              </a:defRPr>
            </a:lvl2pPr>
            <a:lvl3pPr marL="0" marR="0" lvl="2" indent="0" algn="r">
              <a:lnSpc>
                <a:spcPct val="100000"/>
              </a:lnSpc>
              <a:spcBef>
                <a:spcPts val="0"/>
              </a:spcBef>
              <a:spcAft>
                <a:spcPts val="0"/>
              </a:spcAft>
              <a:buClr>
                <a:srgbClr val="000000"/>
              </a:buClr>
              <a:buSzPts val="1200"/>
              <a:buFont typeface="Arial" panose="020B0604020202020204"/>
              <a:buNone/>
              <a:defRPr sz="1200" b="1" i="0" u="none" strike="noStrike" cap="none">
                <a:solidFill>
                  <a:srgbClr val="888888"/>
                </a:solidFill>
                <a:latin typeface="Calibri" panose="020F0502020204030204"/>
                <a:ea typeface="Calibri" panose="020F0502020204030204"/>
                <a:cs typeface="Calibri" panose="020F0502020204030204"/>
                <a:sym typeface="Calibri" panose="020F0502020204030204"/>
              </a:defRPr>
            </a:lvl3pPr>
            <a:lvl4pPr marL="0" marR="0" lvl="3" indent="0" algn="r">
              <a:lnSpc>
                <a:spcPct val="100000"/>
              </a:lnSpc>
              <a:spcBef>
                <a:spcPts val="0"/>
              </a:spcBef>
              <a:spcAft>
                <a:spcPts val="0"/>
              </a:spcAft>
              <a:buClr>
                <a:srgbClr val="000000"/>
              </a:buClr>
              <a:buSzPts val="1200"/>
              <a:buFont typeface="Arial" panose="020B0604020202020204"/>
              <a:buNone/>
              <a:defRPr sz="1200" b="1" i="0" u="none" strike="noStrike" cap="none">
                <a:solidFill>
                  <a:srgbClr val="888888"/>
                </a:solidFill>
                <a:latin typeface="Calibri" panose="020F0502020204030204"/>
                <a:ea typeface="Calibri" panose="020F0502020204030204"/>
                <a:cs typeface="Calibri" panose="020F0502020204030204"/>
                <a:sym typeface="Calibri" panose="020F0502020204030204"/>
              </a:defRPr>
            </a:lvl4pPr>
            <a:lvl5pPr marL="0" marR="0" lvl="4" indent="0" algn="r">
              <a:lnSpc>
                <a:spcPct val="100000"/>
              </a:lnSpc>
              <a:spcBef>
                <a:spcPts val="0"/>
              </a:spcBef>
              <a:spcAft>
                <a:spcPts val="0"/>
              </a:spcAft>
              <a:buClr>
                <a:srgbClr val="000000"/>
              </a:buClr>
              <a:buSzPts val="1200"/>
              <a:buFont typeface="Arial" panose="020B0604020202020204"/>
              <a:buNone/>
              <a:defRPr sz="1200" b="1" i="0" u="none" strike="noStrike" cap="none">
                <a:solidFill>
                  <a:srgbClr val="888888"/>
                </a:solidFill>
                <a:latin typeface="Calibri" panose="020F0502020204030204"/>
                <a:ea typeface="Calibri" panose="020F0502020204030204"/>
                <a:cs typeface="Calibri" panose="020F0502020204030204"/>
                <a:sym typeface="Calibri" panose="020F0502020204030204"/>
              </a:defRPr>
            </a:lvl5pPr>
            <a:lvl6pPr marL="0" marR="0" lvl="5" indent="0" algn="r">
              <a:lnSpc>
                <a:spcPct val="100000"/>
              </a:lnSpc>
              <a:spcBef>
                <a:spcPts val="0"/>
              </a:spcBef>
              <a:spcAft>
                <a:spcPts val="0"/>
              </a:spcAft>
              <a:buClr>
                <a:srgbClr val="000000"/>
              </a:buClr>
              <a:buSzPts val="1200"/>
              <a:buFont typeface="Arial" panose="020B0604020202020204"/>
              <a:buNone/>
              <a:defRPr sz="1200" b="1" i="0" u="none" strike="noStrike" cap="none">
                <a:solidFill>
                  <a:srgbClr val="888888"/>
                </a:solidFill>
                <a:latin typeface="Calibri" panose="020F0502020204030204"/>
                <a:ea typeface="Calibri" panose="020F0502020204030204"/>
                <a:cs typeface="Calibri" panose="020F0502020204030204"/>
                <a:sym typeface="Calibri" panose="020F0502020204030204"/>
              </a:defRPr>
            </a:lvl6pPr>
            <a:lvl7pPr marL="0" marR="0" lvl="6" indent="0" algn="r">
              <a:lnSpc>
                <a:spcPct val="100000"/>
              </a:lnSpc>
              <a:spcBef>
                <a:spcPts val="0"/>
              </a:spcBef>
              <a:spcAft>
                <a:spcPts val="0"/>
              </a:spcAft>
              <a:buClr>
                <a:srgbClr val="000000"/>
              </a:buClr>
              <a:buSzPts val="1200"/>
              <a:buFont typeface="Arial" panose="020B0604020202020204"/>
              <a:buNone/>
              <a:defRPr sz="1200" b="1" i="0" u="none" strike="noStrike" cap="none">
                <a:solidFill>
                  <a:srgbClr val="888888"/>
                </a:solidFill>
                <a:latin typeface="Calibri" panose="020F0502020204030204"/>
                <a:ea typeface="Calibri" panose="020F0502020204030204"/>
                <a:cs typeface="Calibri" panose="020F0502020204030204"/>
                <a:sym typeface="Calibri" panose="020F0502020204030204"/>
              </a:defRPr>
            </a:lvl7pPr>
            <a:lvl8pPr marL="0" marR="0" lvl="7" indent="0" algn="r">
              <a:lnSpc>
                <a:spcPct val="100000"/>
              </a:lnSpc>
              <a:spcBef>
                <a:spcPts val="0"/>
              </a:spcBef>
              <a:spcAft>
                <a:spcPts val="0"/>
              </a:spcAft>
              <a:buClr>
                <a:srgbClr val="000000"/>
              </a:buClr>
              <a:buSzPts val="1200"/>
              <a:buFont typeface="Arial" panose="020B0604020202020204"/>
              <a:buNone/>
              <a:defRPr sz="1200" b="1" i="0" u="none" strike="noStrike" cap="none">
                <a:solidFill>
                  <a:srgbClr val="888888"/>
                </a:solidFill>
                <a:latin typeface="Calibri" panose="020F0502020204030204"/>
                <a:ea typeface="Calibri" panose="020F0502020204030204"/>
                <a:cs typeface="Calibri" panose="020F0502020204030204"/>
                <a:sym typeface="Calibri" panose="020F0502020204030204"/>
              </a:defRPr>
            </a:lvl8pPr>
            <a:lvl9pPr marL="0" marR="0" lvl="8" indent="0" algn="r">
              <a:lnSpc>
                <a:spcPct val="100000"/>
              </a:lnSpc>
              <a:spcBef>
                <a:spcPts val="0"/>
              </a:spcBef>
              <a:spcAft>
                <a:spcPts val="0"/>
              </a:spcAft>
              <a:buClr>
                <a:srgbClr val="000000"/>
              </a:buClr>
              <a:buSzPts val="1200"/>
              <a:buFont typeface="Arial" panose="020B0604020202020204"/>
              <a:buNone/>
              <a:defRPr sz="1200" b="1" i="0" u="none" strike="noStrike" cap="none">
                <a:solidFill>
                  <a:srgbClr val="888888"/>
                </a:solidFill>
                <a:latin typeface="Calibri" panose="020F0502020204030204"/>
                <a:ea typeface="Calibri" panose="020F0502020204030204"/>
                <a:cs typeface="Calibri" panose="020F0502020204030204"/>
                <a:sym typeface="Calibri" panose="020F0502020204030204"/>
              </a:defRPr>
            </a:lvl9pPr>
          </a:lstStyle>
          <a:p>
            <a:pPr marL="0" lvl="0" indent="0" algn="r" rtl="0">
              <a:spcBef>
                <a:spcPts val="0"/>
              </a:spcBef>
              <a:spcAft>
                <a:spcPts val="0"/>
              </a:spcAft>
              <a:buNone/>
            </a:pPr>
            <a:fld id="{00000000-1234-1234-1234-123412341234}" type="slidenum">
              <a:rPr lang="en-US"/>
            </a:fld>
            <a:endParaRPr lang="en-US"/>
          </a:p>
        </p:txBody>
      </p:sp>
    </p:spTree>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type="vertTx" matchingName="Title and Vertical Text">
  <p:cSld name="VERTICAL_TEXT">
    <p:spTree>
      <p:nvGrpSpPr>
        <p:cNvPr id="78" name="Shape 78"/>
        <p:cNvGrpSpPr/>
        <p:nvPr/>
      </p:nvGrpSpPr>
      <p:grpSpPr>
        <a:xfrm>
          <a:off x="0" y="0"/>
          <a:ext cx="0" cy="0"/>
          <a:chOff x="0" y="0"/>
          <a:chExt cx="0" cy="0"/>
        </a:xfrm>
      </p:grpSpPr>
      <p:sp>
        <p:nvSpPr>
          <p:cNvPr id="79" name="Google Shape;79;p13"/>
          <p:cNvSpPr txBox="1"/>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80" name="Google Shape;80;p13"/>
          <p:cNvSpPr txBox="1"/>
          <p:nvPr>
            <p:ph type="body" idx="1"/>
          </p:nvPr>
        </p:nvSpPr>
        <p:spPr>
          <a:xfrm rot="5400000">
            <a:off x="3920331" y="-1256506"/>
            <a:ext cx="4351338" cy="10515600"/>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p:txBody>
      </p:sp>
      <p:sp>
        <p:nvSpPr>
          <p:cNvPr id="81" name="Google Shape;81;p13"/>
          <p:cNvSpPr txBox="1"/>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82" name="Google Shape;82;p13"/>
          <p:cNvSpPr txBox="1"/>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83" name="Google Shape;83;p13"/>
          <p:cNvSpPr txBox="1"/>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panose="020B0604020202020204"/>
              <a:buNone/>
              <a:defRPr sz="1200" b="1" i="0" u="none" strike="noStrike" cap="none">
                <a:solidFill>
                  <a:srgbClr val="888888"/>
                </a:solidFill>
                <a:latin typeface="Calibri" panose="020F0502020204030204"/>
                <a:ea typeface="Calibri" panose="020F0502020204030204"/>
                <a:cs typeface="Calibri" panose="020F0502020204030204"/>
                <a:sym typeface="Calibri" panose="020F0502020204030204"/>
              </a:defRPr>
            </a:lvl1pPr>
            <a:lvl2pPr marL="0" marR="0" lvl="1" indent="0" algn="r">
              <a:lnSpc>
                <a:spcPct val="100000"/>
              </a:lnSpc>
              <a:spcBef>
                <a:spcPts val="0"/>
              </a:spcBef>
              <a:spcAft>
                <a:spcPts val="0"/>
              </a:spcAft>
              <a:buClr>
                <a:srgbClr val="000000"/>
              </a:buClr>
              <a:buSzPts val="1200"/>
              <a:buFont typeface="Arial" panose="020B0604020202020204"/>
              <a:buNone/>
              <a:defRPr sz="1200" b="1" i="0" u="none" strike="noStrike" cap="none">
                <a:solidFill>
                  <a:srgbClr val="888888"/>
                </a:solidFill>
                <a:latin typeface="Calibri" panose="020F0502020204030204"/>
                <a:ea typeface="Calibri" panose="020F0502020204030204"/>
                <a:cs typeface="Calibri" panose="020F0502020204030204"/>
                <a:sym typeface="Calibri" panose="020F0502020204030204"/>
              </a:defRPr>
            </a:lvl2pPr>
            <a:lvl3pPr marL="0" marR="0" lvl="2" indent="0" algn="r">
              <a:lnSpc>
                <a:spcPct val="100000"/>
              </a:lnSpc>
              <a:spcBef>
                <a:spcPts val="0"/>
              </a:spcBef>
              <a:spcAft>
                <a:spcPts val="0"/>
              </a:spcAft>
              <a:buClr>
                <a:srgbClr val="000000"/>
              </a:buClr>
              <a:buSzPts val="1200"/>
              <a:buFont typeface="Arial" panose="020B0604020202020204"/>
              <a:buNone/>
              <a:defRPr sz="1200" b="1" i="0" u="none" strike="noStrike" cap="none">
                <a:solidFill>
                  <a:srgbClr val="888888"/>
                </a:solidFill>
                <a:latin typeface="Calibri" panose="020F0502020204030204"/>
                <a:ea typeface="Calibri" panose="020F0502020204030204"/>
                <a:cs typeface="Calibri" panose="020F0502020204030204"/>
                <a:sym typeface="Calibri" panose="020F0502020204030204"/>
              </a:defRPr>
            </a:lvl3pPr>
            <a:lvl4pPr marL="0" marR="0" lvl="3" indent="0" algn="r">
              <a:lnSpc>
                <a:spcPct val="100000"/>
              </a:lnSpc>
              <a:spcBef>
                <a:spcPts val="0"/>
              </a:spcBef>
              <a:spcAft>
                <a:spcPts val="0"/>
              </a:spcAft>
              <a:buClr>
                <a:srgbClr val="000000"/>
              </a:buClr>
              <a:buSzPts val="1200"/>
              <a:buFont typeface="Arial" panose="020B0604020202020204"/>
              <a:buNone/>
              <a:defRPr sz="1200" b="1" i="0" u="none" strike="noStrike" cap="none">
                <a:solidFill>
                  <a:srgbClr val="888888"/>
                </a:solidFill>
                <a:latin typeface="Calibri" panose="020F0502020204030204"/>
                <a:ea typeface="Calibri" panose="020F0502020204030204"/>
                <a:cs typeface="Calibri" panose="020F0502020204030204"/>
                <a:sym typeface="Calibri" panose="020F0502020204030204"/>
              </a:defRPr>
            </a:lvl4pPr>
            <a:lvl5pPr marL="0" marR="0" lvl="4" indent="0" algn="r">
              <a:lnSpc>
                <a:spcPct val="100000"/>
              </a:lnSpc>
              <a:spcBef>
                <a:spcPts val="0"/>
              </a:spcBef>
              <a:spcAft>
                <a:spcPts val="0"/>
              </a:spcAft>
              <a:buClr>
                <a:srgbClr val="000000"/>
              </a:buClr>
              <a:buSzPts val="1200"/>
              <a:buFont typeface="Arial" panose="020B0604020202020204"/>
              <a:buNone/>
              <a:defRPr sz="1200" b="1" i="0" u="none" strike="noStrike" cap="none">
                <a:solidFill>
                  <a:srgbClr val="888888"/>
                </a:solidFill>
                <a:latin typeface="Calibri" panose="020F0502020204030204"/>
                <a:ea typeface="Calibri" panose="020F0502020204030204"/>
                <a:cs typeface="Calibri" panose="020F0502020204030204"/>
                <a:sym typeface="Calibri" panose="020F0502020204030204"/>
              </a:defRPr>
            </a:lvl5pPr>
            <a:lvl6pPr marL="0" marR="0" lvl="5" indent="0" algn="r">
              <a:lnSpc>
                <a:spcPct val="100000"/>
              </a:lnSpc>
              <a:spcBef>
                <a:spcPts val="0"/>
              </a:spcBef>
              <a:spcAft>
                <a:spcPts val="0"/>
              </a:spcAft>
              <a:buClr>
                <a:srgbClr val="000000"/>
              </a:buClr>
              <a:buSzPts val="1200"/>
              <a:buFont typeface="Arial" panose="020B0604020202020204"/>
              <a:buNone/>
              <a:defRPr sz="1200" b="1" i="0" u="none" strike="noStrike" cap="none">
                <a:solidFill>
                  <a:srgbClr val="888888"/>
                </a:solidFill>
                <a:latin typeface="Calibri" panose="020F0502020204030204"/>
                <a:ea typeface="Calibri" panose="020F0502020204030204"/>
                <a:cs typeface="Calibri" panose="020F0502020204030204"/>
                <a:sym typeface="Calibri" panose="020F0502020204030204"/>
              </a:defRPr>
            </a:lvl6pPr>
            <a:lvl7pPr marL="0" marR="0" lvl="6" indent="0" algn="r">
              <a:lnSpc>
                <a:spcPct val="100000"/>
              </a:lnSpc>
              <a:spcBef>
                <a:spcPts val="0"/>
              </a:spcBef>
              <a:spcAft>
                <a:spcPts val="0"/>
              </a:spcAft>
              <a:buClr>
                <a:srgbClr val="000000"/>
              </a:buClr>
              <a:buSzPts val="1200"/>
              <a:buFont typeface="Arial" panose="020B0604020202020204"/>
              <a:buNone/>
              <a:defRPr sz="1200" b="1" i="0" u="none" strike="noStrike" cap="none">
                <a:solidFill>
                  <a:srgbClr val="888888"/>
                </a:solidFill>
                <a:latin typeface="Calibri" panose="020F0502020204030204"/>
                <a:ea typeface="Calibri" panose="020F0502020204030204"/>
                <a:cs typeface="Calibri" panose="020F0502020204030204"/>
                <a:sym typeface="Calibri" panose="020F0502020204030204"/>
              </a:defRPr>
            </a:lvl7pPr>
            <a:lvl8pPr marL="0" marR="0" lvl="7" indent="0" algn="r">
              <a:lnSpc>
                <a:spcPct val="100000"/>
              </a:lnSpc>
              <a:spcBef>
                <a:spcPts val="0"/>
              </a:spcBef>
              <a:spcAft>
                <a:spcPts val="0"/>
              </a:spcAft>
              <a:buClr>
                <a:srgbClr val="000000"/>
              </a:buClr>
              <a:buSzPts val="1200"/>
              <a:buFont typeface="Arial" panose="020B0604020202020204"/>
              <a:buNone/>
              <a:defRPr sz="1200" b="1" i="0" u="none" strike="noStrike" cap="none">
                <a:solidFill>
                  <a:srgbClr val="888888"/>
                </a:solidFill>
                <a:latin typeface="Calibri" panose="020F0502020204030204"/>
                <a:ea typeface="Calibri" panose="020F0502020204030204"/>
                <a:cs typeface="Calibri" panose="020F0502020204030204"/>
                <a:sym typeface="Calibri" panose="020F0502020204030204"/>
              </a:defRPr>
            </a:lvl8pPr>
            <a:lvl9pPr marL="0" marR="0" lvl="8" indent="0" algn="r">
              <a:lnSpc>
                <a:spcPct val="100000"/>
              </a:lnSpc>
              <a:spcBef>
                <a:spcPts val="0"/>
              </a:spcBef>
              <a:spcAft>
                <a:spcPts val="0"/>
              </a:spcAft>
              <a:buClr>
                <a:srgbClr val="000000"/>
              </a:buClr>
              <a:buSzPts val="1200"/>
              <a:buFont typeface="Arial" panose="020B0604020202020204"/>
              <a:buNone/>
              <a:defRPr sz="1200" b="1" i="0" u="none" strike="noStrike" cap="none">
                <a:solidFill>
                  <a:srgbClr val="888888"/>
                </a:solidFill>
                <a:latin typeface="Calibri" panose="020F0502020204030204"/>
                <a:ea typeface="Calibri" panose="020F0502020204030204"/>
                <a:cs typeface="Calibri" panose="020F0502020204030204"/>
                <a:sym typeface="Calibri" panose="020F0502020204030204"/>
              </a:defRPr>
            </a:lvl9pPr>
          </a:lstStyle>
          <a:p>
            <a:pPr marL="0" lvl="0" indent="0" algn="r" rtl="0">
              <a:spcBef>
                <a:spcPts val="0"/>
              </a:spcBef>
              <a:spcAft>
                <a:spcPts val="0"/>
              </a:spcAft>
              <a:buNone/>
            </a:pPr>
            <a:fld id="{00000000-1234-1234-1234-123412341234}" type="slidenum">
              <a:rPr lang="en-US"/>
            </a:fld>
            <a:endParaRPr lang="en-US"/>
          </a:p>
        </p:txBody>
      </p:sp>
    </p:spTree>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type="vertTitleAndTx" matchingName="Vertical Title and Text">
  <p:cSld name="VERTICAL_TITLE_AND_VERTICAL_TEXT">
    <p:spTree>
      <p:nvGrpSpPr>
        <p:cNvPr id="84" name="Shape 84"/>
        <p:cNvGrpSpPr/>
        <p:nvPr/>
      </p:nvGrpSpPr>
      <p:grpSpPr>
        <a:xfrm>
          <a:off x="0" y="0"/>
          <a:ext cx="0" cy="0"/>
          <a:chOff x="0" y="0"/>
          <a:chExt cx="0" cy="0"/>
        </a:xfrm>
      </p:grpSpPr>
      <p:sp>
        <p:nvSpPr>
          <p:cNvPr id="85" name="Google Shape;85;p14"/>
          <p:cNvSpPr txBox="1"/>
          <p:nvPr>
            <p:ph type="title"/>
          </p:nvPr>
        </p:nvSpPr>
        <p:spPr>
          <a:xfrm rot="5400000">
            <a:off x="7133431" y="1956594"/>
            <a:ext cx="5811838" cy="2628900"/>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86" name="Google Shape;86;p14"/>
          <p:cNvSpPr txBox="1"/>
          <p:nvPr>
            <p:ph type="body" idx="1"/>
          </p:nvPr>
        </p:nvSpPr>
        <p:spPr>
          <a:xfrm rot="5400000">
            <a:off x="1799431" y="-596106"/>
            <a:ext cx="5811838" cy="7734300"/>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p:txBody>
      </p:sp>
      <p:sp>
        <p:nvSpPr>
          <p:cNvPr id="87" name="Google Shape;87;p14"/>
          <p:cNvSpPr txBox="1"/>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88" name="Google Shape;88;p14"/>
          <p:cNvSpPr txBox="1"/>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89" name="Google Shape;89;p14"/>
          <p:cNvSpPr txBox="1"/>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panose="020B0604020202020204"/>
              <a:buNone/>
              <a:defRPr sz="1200" b="1" i="0" u="none" strike="noStrike" cap="none">
                <a:solidFill>
                  <a:srgbClr val="888888"/>
                </a:solidFill>
                <a:latin typeface="Calibri" panose="020F0502020204030204"/>
                <a:ea typeface="Calibri" panose="020F0502020204030204"/>
                <a:cs typeface="Calibri" panose="020F0502020204030204"/>
                <a:sym typeface="Calibri" panose="020F0502020204030204"/>
              </a:defRPr>
            </a:lvl1pPr>
            <a:lvl2pPr marL="0" marR="0" lvl="1" indent="0" algn="r">
              <a:lnSpc>
                <a:spcPct val="100000"/>
              </a:lnSpc>
              <a:spcBef>
                <a:spcPts val="0"/>
              </a:spcBef>
              <a:spcAft>
                <a:spcPts val="0"/>
              </a:spcAft>
              <a:buClr>
                <a:srgbClr val="000000"/>
              </a:buClr>
              <a:buSzPts val="1200"/>
              <a:buFont typeface="Arial" panose="020B0604020202020204"/>
              <a:buNone/>
              <a:defRPr sz="1200" b="1" i="0" u="none" strike="noStrike" cap="none">
                <a:solidFill>
                  <a:srgbClr val="888888"/>
                </a:solidFill>
                <a:latin typeface="Calibri" panose="020F0502020204030204"/>
                <a:ea typeface="Calibri" panose="020F0502020204030204"/>
                <a:cs typeface="Calibri" panose="020F0502020204030204"/>
                <a:sym typeface="Calibri" panose="020F0502020204030204"/>
              </a:defRPr>
            </a:lvl2pPr>
            <a:lvl3pPr marL="0" marR="0" lvl="2" indent="0" algn="r">
              <a:lnSpc>
                <a:spcPct val="100000"/>
              </a:lnSpc>
              <a:spcBef>
                <a:spcPts val="0"/>
              </a:spcBef>
              <a:spcAft>
                <a:spcPts val="0"/>
              </a:spcAft>
              <a:buClr>
                <a:srgbClr val="000000"/>
              </a:buClr>
              <a:buSzPts val="1200"/>
              <a:buFont typeface="Arial" panose="020B0604020202020204"/>
              <a:buNone/>
              <a:defRPr sz="1200" b="1" i="0" u="none" strike="noStrike" cap="none">
                <a:solidFill>
                  <a:srgbClr val="888888"/>
                </a:solidFill>
                <a:latin typeface="Calibri" panose="020F0502020204030204"/>
                <a:ea typeface="Calibri" panose="020F0502020204030204"/>
                <a:cs typeface="Calibri" panose="020F0502020204030204"/>
                <a:sym typeface="Calibri" panose="020F0502020204030204"/>
              </a:defRPr>
            </a:lvl3pPr>
            <a:lvl4pPr marL="0" marR="0" lvl="3" indent="0" algn="r">
              <a:lnSpc>
                <a:spcPct val="100000"/>
              </a:lnSpc>
              <a:spcBef>
                <a:spcPts val="0"/>
              </a:spcBef>
              <a:spcAft>
                <a:spcPts val="0"/>
              </a:spcAft>
              <a:buClr>
                <a:srgbClr val="000000"/>
              </a:buClr>
              <a:buSzPts val="1200"/>
              <a:buFont typeface="Arial" panose="020B0604020202020204"/>
              <a:buNone/>
              <a:defRPr sz="1200" b="1" i="0" u="none" strike="noStrike" cap="none">
                <a:solidFill>
                  <a:srgbClr val="888888"/>
                </a:solidFill>
                <a:latin typeface="Calibri" panose="020F0502020204030204"/>
                <a:ea typeface="Calibri" panose="020F0502020204030204"/>
                <a:cs typeface="Calibri" panose="020F0502020204030204"/>
                <a:sym typeface="Calibri" panose="020F0502020204030204"/>
              </a:defRPr>
            </a:lvl4pPr>
            <a:lvl5pPr marL="0" marR="0" lvl="4" indent="0" algn="r">
              <a:lnSpc>
                <a:spcPct val="100000"/>
              </a:lnSpc>
              <a:spcBef>
                <a:spcPts val="0"/>
              </a:spcBef>
              <a:spcAft>
                <a:spcPts val="0"/>
              </a:spcAft>
              <a:buClr>
                <a:srgbClr val="000000"/>
              </a:buClr>
              <a:buSzPts val="1200"/>
              <a:buFont typeface="Arial" panose="020B0604020202020204"/>
              <a:buNone/>
              <a:defRPr sz="1200" b="1" i="0" u="none" strike="noStrike" cap="none">
                <a:solidFill>
                  <a:srgbClr val="888888"/>
                </a:solidFill>
                <a:latin typeface="Calibri" panose="020F0502020204030204"/>
                <a:ea typeface="Calibri" panose="020F0502020204030204"/>
                <a:cs typeface="Calibri" panose="020F0502020204030204"/>
                <a:sym typeface="Calibri" panose="020F0502020204030204"/>
              </a:defRPr>
            </a:lvl5pPr>
            <a:lvl6pPr marL="0" marR="0" lvl="5" indent="0" algn="r">
              <a:lnSpc>
                <a:spcPct val="100000"/>
              </a:lnSpc>
              <a:spcBef>
                <a:spcPts val="0"/>
              </a:spcBef>
              <a:spcAft>
                <a:spcPts val="0"/>
              </a:spcAft>
              <a:buClr>
                <a:srgbClr val="000000"/>
              </a:buClr>
              <a:buSzPts val="1200"/>
              <a:buFont typeface="Arial" panose="020B0604020202020204"/>
              <a:buNone/>
              <a:defRPr sz="1200" b="1" i="0" u="none" strike="noStrike" cap="none">
                <a:solidFill>
                  <a:srgbClr val="888888"/>
                </a:solidFill>
                <a:latin typeface="Calibri" panose="020F0502020204030204"/>
                <a:ea typeface="Calibri" panose="020F0502020204030204"/>
                <a:cs typeface="Calibri" panose="020F0502020204030204"/>
                <a:sym typeface="Calibri" panose="020F0502020204030204"/>
              </a:defRPr>
            </a:lvl6pPr>
            <a:lvl7pPr marL="0" marR="0" lvl="6" indent="0" algn="r">
              <a:lnSpc>
                <a:spcPct val="100000"/>
              </a:lnSpc>
              <a:spcBef>
                <a:spcPts val="0"/>
              </a:spcBef>
              <a:spcAft>
                <a:spcPts val="0"/>
              </a:spcAft>
              <a:buClr>
                <a:srgbClr val="000000"/>
              </a:buClr>
              <a:buSzPts val="1200"/>
              <a:buFont typeface="Arial" panose="020B0604020202020204"/>
              <a:buNone/>
              <a:defRPr sz="1200" b="1" i="0" u="none" strike="noStrike" cap="none">
                <a:solidFill>
                  <a:srgbClr val="888888"/>
                </a:solidFill>
                <a:latin typeface="Calibri" panose="020F0502020204030204"/>
                <a:ea typeface="Calibri" panose="020F0502020204030204"/>
                <a:cs typeface="Calibri" panose="020F0502020204030204"/>
                <a:sym typeface="Calibri" panose="020F0502020204030204"/>
              </a:defRPr>
            </a:lvl7pPr>
            <a:lvl8pPr marL="0" marR="0" lvl="7" indent="0" algn="r">
              <a:lnSpc>
                <a:spcPct val="100000"/>
              </a:lnSpc>
              <a:spcBef>
                <a:spcPts val="0"/>
              </a:spcBef>
              <a:spcAft>
                <a:spcPts val="0"/>
              </a:spcAft>
              <a:buClr>
                <a:srgbClr val="000000"/>
              </a:buClr>
              <a:buSzPts val="1200"/>
              <a:buFont typeface="Arial" panose="020B0604020202020204"/>
              <a:buNone/>
              <a:defRPr sz="1200" b="1" i="0" u="none" strike="noStrike" cap="none">
                <a:solidFill>
                  <a:srgbClr val="888888"/>
                </a:solidFill>
                <a:latin typeface="Calibri" panose="020F0502020204030204"/>
                <a:ea typeface="Calibri" panose="020F0502020204030204"/>
                <a:cs typeface="Calibri" panose="020F0502020204030204"/>
                <a:sym typeface="Calibri" panose="020F0502020204030204"/>
              </a:defRPr>
            </a:lvl8pPr>
            <a:lvl9pPr marL="0" marR="0" lvl="8" indent="0" algn="r">
              <a:lnSpc>
                <a:spcPct val="100000"/>
              </a:lnSpc>
              <a:spcBef>
                <a:spcPts val="0"/>
              </a:spcBef>
              <a:spcAft>
                <a:spcPts val="0"/>
              </a:spcAft>
              <a:buClr>
                <a:srgbClr val="000000"/>
              </a:buClr>
              <a:buSzPts val="1200"/>
              <a:buFont typeface="Arial" panose="020B0604020202020204"/>
              <a:buNone/>
              <a:defRPr sz="1200" b="1" i="0" u="none" strike="noStrike" cap="none">
                <a:solidFill>
                  <a:srgbClr val="888888"/>
                </a:solidFill>
                <a:latin typeface="Calibri" panose="020F0502020204030204"/>
                <a:ea typeface="Calibri" panose="020F0502020204030204"/>
                <a:cs typeface="Calibri" panose="020F0502020204030204"/>
                <a:sym typeface="Calibri" panose="020F0502020204030204"/>
              </a:defRPr>
            </a:lvl9pPr>
          </a:lstStyle>
          <a:p>
            <a:pPr marL="0" lvl="0" indent="0" algn="r" rtl="0">
              <a:spcBef>
                <a:spcPts val="0"/>
              </a:spcBef>
              <a:spcAft>
                <a:spcPts val="0"/>
              </a:spcAft>
              <a:buNone/>
            </a:pPr>
            <a:fld id="{00000000-1234-1234-1234-123412341234}" type="slidenum">
              <a:rPr lang="en-US"/>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9" Type="http://schemas.openxmlformats.org/officeDocument/2006/relationships/slideLayout" Target="../slideLayouts/slideLayout9.xml"/><Relationship Id="rId8" Type="http://schemas.openxmlformats.org/officeDocument/2006/relationships/slideLayout" Target="../slideLayouts/slideLayout8.xml"/><Relationship Id="rId7" Type="http://schemas.openxmlformats.org/officeDocument/2006/relationships/slideLayout" Target="../slideLayouts/slideLayout7.xml"/><Relationship Id="rId6" Type="http://schemas.openxmlformats.org/officeDocument/2006/relationships/slideLayout" Target="../slideLayouts/slideLayout6.xml"/><Relationship Id="rId5" Type="http://schemas.openxmlformats.org/officeDocument/2006/relationships/slideLayout" Target="../slideLayouts/slideLayout5.xml"/><Relationship Id="rId4" Type="http://schemas.openxmlformats.org/officeDocument/2006/relationships/slideLayout" Target="../slideLayouts/slideLayout4.xml"/><Relationship Id="rId3" Type="http://schemas.openxmlformats.org/officeDocument/2006/relationships/slideLayout" Target="../slideLayouts/slideLayout3.xml"/><Relationship Id="rId2" Type="http://schemas.openxmlformats.org/officeDocument/2006/relationships/slideLayout" Target="../slideLayouts/slideLayout2.xml"/><Relationship Id="rId14" Type="http://schemas.openxmlformats.org/officeDocument/2006/relationships/theme" Target="../theme/theme1.xml"/><Relationship Id="rId13" Type="http://schemas.openxmlformats.org/officeDocument/2006/relationships/slideLayout" Target="../slideLayouts/slideLayout13.xml"/><Relationship Id="rId12" Type="http://schemas.openxmlformats.org/officeDocument/2006/relationships/slideLayout" Target="../slideLayouts/slideLayout12.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9" name="Shape 9"/>
        <p:cNvGrpSpPr/>
        <p:nvPr/>
      </p:nvGrpSpPr>
      <p:grpSpPr>
        <a:xfrm>
          <a:off x="0" y="0"/>
          <a:ext cx="0" cy="0"/>
          <a:chOff x="0" y="0"/>
          <a:chExt cx="0" cy="0"/>
        </a:xfrm>
      </p:grpSpPr>
      <p:sp>
        <p:nvSpPr>
          <p:cNvPr id="10" name="Google Shape;10;p1"/>
          <p:cNvSpPr txBox="1"/>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lvl1pPr marR="0" lvl="0" algn="l" rtl="0">
              <a:lnSpc>
                <a:spcPct val="90000"/>
              </a:lnSpc>
              <a:spcBef>
                <a:spcPts val="0"/>
              </a:spcBef>
              <a:spcAft>
                <a:spcPts val="0"/>
              </a:spcAft>
              <a:buClr>
                <a:schemeClr val="dk1"/>
              </a:buClr>
              <a:buSzPts val="4400"/>
              <a:buFont typeface="Calibri" panose="020F0502020204030204"/>
              <a:buNone/>
              <a:defRPr sz="44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1pPr>
            <a:lvl2pPr marR="0" lvl="1" algn="l" rtl="0">
              <a:lnSpc>
                <a:spcPct val="100000"/>
              </a:lnSpc>
              <a:spcBef>
                <a:spcPts val="0"/>
              </a:spcBef>
              <a:spcAft>
                <a:spcPts val="0"/>
              </a:spcAft>
              <a:buClr>
                <a:srgbClr val="000000"/>
              </a:buClr>
              <a:buSzPts val="1400"/>
              <a:buFont typeface="Arial" panose="020B0604020202020204"/>
              <a:buNone/>
              <a:defRPr sz="1800" b="0" i="0" u="none" strike="noStrike" cap="none">
                <a:solidFill>
                  <a:srgbClr val="000000"/>
                </a:solidFill>
                <a:latin typeface="Arial" panose="020B0604020202020204"/>
                <a:ea typeface="Arial" panose="020B0604020202020204"/>
                <a:cs typeface="Arial" panose="020B0604020202020204"/>
                <a:sym typeface="Arial" panose="020B0604020202020204"/>
              </a:defRPr>
            </a:lvl2pPr>
            <a:lvl3pPr marR="0" lvl="2" algn="l" rtl="0">
              <a:lnSpc>
                <a:spcPct val="100000"/>
              </a:lnSpc>
              <a:spcBef>
                <a:spcPts val="0"/>
              </a:spcBef>
              <a:spcAft>
                <a:spcPts val="0"/>
              </a:spcAft>
              <a:buClr>
                <a:srgbClr val="000000"/>
              </a:buClr>
              <a:buSzPts val="1400"/>
              <a:buFont typeface="Arial" panose="020B0604020202020204"/>
              <a:buNone/>
              <a:defRPr sz="1800" b="0" i="0" u="none" strike="noStrike" cap="none">
                <a:solidFill>
                  <a:srgbClr val="000000"/>
                </a:solidFill>
                <a:latin typeface="Arial" panose="020B0604020202020204"/>
                <a:ea typeface="Arial" panose="020B0604020202020204"/>
                <a:cs typeface="Arial" panose="020B0604020202020204"/>
                <a:sym typeface="Arial" panose="020B0604020202020204"/>
              </a:defRPr>
            </a:lvl3pPr>
            <a:lvl4pPr marR="0" lvl="3" algn="l" rtl="0">
              <a:lnSpc>
                <a:spcPct val="100000"/>
              </a:lnSpc>
              <a:spcBef>
                <a:spcPts val="0"/>
              </a:spcBef>
              <a:spcAft>
                <a:spcPts val="0"/>
              </a:spcAft>
              <a:buClr>
                <a:srgbClr val="000000"/>
              </a:buClr>
              <a:buSzPts val="1400"/>
              <a:buFont typeface="Arial" panose="020B0604020202020204"/>
              <a:buNone/>
              <a:defRPr sz="1800" b="0" i="0" u="none" strike="noStrike" cap="none">
                <a:solidFill>
                  <a:srgbClr val="000000"/>
                </a:solidFill>
                <a:latin typeface="Arial" panose="020B0604020202020204"/>
                <a:ea typeface="Arial" panose="020B0604020202020204"/>
                <a:cs typeface="Arial" panose="020B0604020202020204"/>
                <a:sym typeface="Arial" panose="020B0604020202020204"/>
              </a:defRPr>
            </a:lvl4pPr>
            <a:lvl5pPr marR="0" lvl="4" algn="l" rtl="0">
              <a:lnSpc>
                <a:spcPct val="100000"/>
              </a:lnSpc>
              <a:spcBef>
                <a:spcPts val="0"/>
              </a:spcBef>
              <a:spcAft>
                <a:spcPts val="0"/>
              </a:spcAft>
              <a:buClr>
                <a:srgbClr val="000000"/>
              </a:buClr>
              <a:buSzPts val="1400"/>
              <a:buFont typeface="Arial" panose="020B0604020202020204"/>
              <a:buNone/>
              <a:defRPr sz="1800" b="0" i="0" u="none" strike="noStrike" cap="none">
                <a:solidFill>
                  <a:srgbClr val="000000"/>
                </a:solidFill>
                <a:latin typeface="Arial" panose="020B0604020202020204"/>
                <a:ea typeface="Arial" panose="020B0604020202020204"/>
                <a:cs typeface="Arial" panose="020B0604020202020204"/>
                <a:sym typeface="Arial" panose="020B0604020202020204"/>
              </a:defRPr>
            </a:lvl5pPr>
            <a:lvl6pPr marR="0" lvl="5" algn="l" rtl="0">
              <a:lnSpc>
                <a:spcPct val="100000"/>
              </a:lnSpc>
              <a:spcBef>
                <a:spcPts val="0"/>
              </a:spcBef>
              <a:spcAft>
                <a:spcPts val="0"/>
              </a:spcAft>
              <a:buClr>
                <a:srgbClr val="000000"/>
              </a:buClr>
              <a:buSzPts val="1400"/>
              <a:buFont typeface="Arial" panose="020B0604020202020204"/>
              <a:buNone/>
              <a:defRPr sz="1800" b="0" i="0" u="none" strike="noStrike" cap="none">
                <a:solidFill>
                  <a:srgbClr val="000000"/>
                </a:solidFill>
                <a:latin typeface="Arial" panose="020B0604020202020204"/>
                <a:ea typeface="Arial" panose="020B0604020202020204"/>
                <a:cs typeface="Arial" panose="020B0604020202020204"/>
                <a:sym typeface="Arial" panose="020B0604020202020204"/>
              </a:defRPr>
            </a:lvl6pPr>
            <a:lvl7pPr marR="0" lvl="6" algn="l" rtl="0">
              <a:lnSpc>
                <a:spcPct val="100000"/>
              </a:lnSpc>
              <a:spcBef>
                <a:spcPts val="0"/>
              </a:spcBef>
              <a:spcAft>
                <a:spcPts val="0"/>
              </a:spcAft>
              <a:buClr>
                <a:srgbClr val="000000"/>
              </a:buClr>
              <a:buSzPts val="1400"/>
              <a:buFont typeface="Arial" panose="020B0604020202020204"/>
              <a:buNone/>
              <a:defRPr sz="1800" b="0" i="0" u="none" strike="noStrike" cap="none">
                <a:solidFill>
                  <a:srgbClr val="000000"/>
                </a:solidFill>
                <a:latin typeface="Arial" panose="020B0604020202020204"/>
                <a:ea typeface="Arial" panose="020B0604020202020204"/>
                <a:cs typeface="Arial" panose="020B0604020202020204"/>
                <a:sym typeface="Arial" panose="020B0604020202020204"/>
              </a:defRPr>
            </a:lvl7pPr>
            <a:lvl8pPr marR="0" lvl="7" algn="l" rtl="0">
              <a:lnSpc>
                <a:spcPct val="100000"/>
              </a:lnSpc>
              <a:spcBef>
                <a:spcPts val="0"/>
              </a:spcBef>
              <a:spcAft>
                <a:spcPts val="0"/>
              </a:spcAft>
              <a:buClr>
                <a:srgbClr val="000000"/>
              </a:buClr>
              <a:buSzPts val="1400"/>
              <a:buFont typeface="Arial" panose="020B0604020202020204"/>
              <a:buNone/>
              <a:defRPr sz="1800" b="0" i="0" u="none" strike="noStrike" cap="none">
                <a:solidFill>
                  <a:srgbClr val="000000"/>
                </a:solidFill>
                <a:latin typeface="Arial" panose="020B0604020202020204"/>
                <a:ea typeface="Arial" panose="020B0604020202020204"/>
                <a:cs typeface="Arial" panose="020B0604020202020204"/>
                <a:sym typeface="Arial" panose="020B0604020202020204"/>
              </a:defRPr>
            </a:lvl8pPr>
            <a:lvl9pPr marR="0" lvl="8" algn="l" rtl="0">
              <a:lnSpc>
                <a:spcPct val="100000"/>
              </a:lnSpc>
              <a:spcBef>
                <a:spcPts val="0"/>
              </a:spcBef>
              <a:spcAft>
                <a:spcPts val="0"/>
              </a:spcAft>
              <a:buClr>
                <a:srgbClr val="000000"/>
              </a:buClr>
              <a:buSzPts val="1400"/>
              <a:buFont typeface="Arial" panose="020B0604020202020204"/>
              <a:buNone/>
              <a:defRPr sz="1800" b="0" i="0" u="none" strike="noStrike" cap="none">
                <a:solidFill>
                  <a:srgbClr val="000000"/>
                </a:solidFill>
                <a:latin typeface="Arial" panose="020B0604020202020204"/>
                <a:ea typeface="Arial" panose="020B0604020202020204"/>
                <a:cs typeface="Arial" panose="020B0604020202020204"/>
                <a:sym typeface="Arial" panose="020B0604020202020204"/>
              </a:defRPr>
            </a:lvl9pPr>
          </a:lstStyle>
          <a:p/>
        </p:txBody>
      </p:sp>
      <p:sp>
        <p:nvSpPr>
          <p:cNvPr id="11" name="Google Shape;11;p1"/>
          <p:cNvSpPr txBox="1"/>
          <p:nvPr>
            <p:ph type="body" idx="1"/>
          </p:nvPr>
        </p:nvSpPr>
        <p:spPr>
          <a:xfrm>
            <a:off x="838200" y="1825625"/>
            <a:ext cx="10515600" cy="4351338"/>
          </a:xfrm>
          <a:prstGeom prst="rect">
            <a:avLst/>
          </a:prstGeom>
          <a:noFill/>
          <a:ln>
            <a:noFill/>
          </a:ln>
        </p:spPr>
        <p:txBody>
          <a:bodyPr spcFirstLastPara="1" wrap="square" lIns="91425" tIns="45700" rIns="91425" bIns="45700" anchor="t" anchorCtr="0">
            <a:normAutofit/>
          </a:bodyPr>
          <a:lstStyle>
            <a:lvl1pPr marL="457200" marR="0" lvl="0" indent="-406400" algn="l" rtl="0">
              <a:lnSpc>
                <a:spcPct val="90000"/>
              </a:lnSpc>
              <a:spcBef>
                <a:spcPts val="1000"/>
              </a:spcBef>
              <a:spcAft>
                <a:spcPts val="0"/>
              </a:spcAft>
              <a:buClr>
                <a:schemeClr val="dk1"/>
              </a:buClr>
              <a:buSzPts val="2800"/>
              <a:buFont typeface="Arial" panose="020B0604020202020204"/>
              <a:buChar char="•"/>
              <a:defRPr sz="28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1pPr>
            <a:lvl2pPr marL="914400" marR="0" lvl="1" indent="-381000" algn="l" rtl="0">
              <a:lnSpc>
                <a:spcPct val="90000"/>
              </a:lnSpc>
              <a:spcBef>
                <a:spcPts val="500"/>
              </a:spcBef>
              <a:spcAft>
                <a:spcPts val="0"/>
              </a:spcAft>
              <a:buClr>
                <a:schemeClr val="dk1"/>
              </a:buClr>
              <a:buSzPts val="2400"/>
              <a:buFont typeface="Arial" panose="020B0604020202020204"/>
              <a:buChar char="•"/>
              <a:defRPr sz="24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2pPr>
            <a:lvl3pPr marL="1371600" marR="0" lvl="2" indent="-355600" algn="l" rtl="0">
              <a:lnSpc>
                <a:spcPct val="90000"/>
              </a:lnSpc>
              <a:spcBef>
                <a:spcPts val="500"/>
              </a:spcBef>
              <a:spcAft>
                <a:spcPts val="0"/>
              </a:spcAft>
              <a:buClr>
                <a:schemeClr val="dk1"/>
              </a:buClr>
              <a:buSzPts val="2000"/>
              <a:buFont typeface="Arial" panose="020B0604020202020204"/>
              <a:buChar char="•"/>
              <a:defRPr sz="20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3pPr>
            <a:lvl4pPr marL="1828800" marR="0" lvl="3" indent="-342900" algn="l" rtl="0">
              <a:lnSpc>
                <a:spcPct val="90000"/>
              </a:lnSpc>
              <a:spcBef>
                <a:spcPts val="500"/>
              </a:spcBef>
              <a:spcAft>
                <a:spcPts val="0"/>
              </a:spcAft>
              <a:buClr>
                <a:schemeClr val="dk1"/>
              </a:buClr>
              <a:buSzPts val="1800"/>
              <a:buFont typeface="Arial" panose="020B0604020202020204"/>
              <a:buChar char="•"/>
              <a:defRPr sz="18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4pPr>
            <a:lvl5pPr marL="2286000" marR="0" lvl="4" indent="-342900" algn="l" rtl="0">
              <a:lnSpc>
                <a:spcPct val="90000"/>
              </a:lnSpc>
              <a:spcBef>
                <a:spcPts val="500"/>
              </a:spcBef>
              <a:spcAft>
                <a:spcPts val="0"/>
              </a:spcAft>
              <a:buClr>
                <a:schemeClr val="dk1"/>
              </a:buClr>
              <a:buSzPts val="1800"/>
              <a:buFont typeface="Arial" panose="020B0604020202020204"/>
              <a:buChar char="•"/>
              <a:defRPr sz="18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5pPr>
            <a:lvl6pPr marL="2743200" marR="0" lvl="5" indent="-342900" algn="l" rtl="0">
              <a:lnSpc>
                <a:spcPct val="90000"/>
              </a:lnSpc>
              <a:spcBef>
                <a:spcPts val="500"/>
              </a:spcBef>
              <a:spcAft>
                <a:spcPts val="0"/>
              </a:spcAft>
              <a:buClr>
                <a:schemeClr val="dk1"/>
              </a:buClr>
              <a:buSzPts val="1800"/>
              <a:buFont typeface="Arial" panose="020B0604020202020204"/>
              <a:buChar char="•"/>
              <a:defRPr sz="18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6pPr>
            <a:lvl7pPr marL="3200400" marR="0" lvl="6" indent="-342900" algn="l" rtl="0">
              <a:lnSpc>
                <a:spcPct val="90000"/>
              </a:lnSpc>
              <a:spcBef>
                <a:spcPts val="500"/>
              </a:spcBef>
              <a:spcAft>
                <a:spcPts val="0"/>
              </a:spcAft>
              <a:buClr>
                <a:schemeClr val="dk1"/>
              </a:buClr>
              <a:buSzPts val="1800"/>
              <a:buFont typeface="Arial" panose="020B0604020202020204"/>
              <a:buChar char="•"/>
              <a:defRPr sz="18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7pPr>
            <a:lvl8pPr marL="3657600" marR="0" lvl="7" indent="-342900" algn="l" rtl="0">
              <a:lnSpc>
                <a:spcPct val="90000"/>
              </a:lnSpc>
              <a:spcBef>
                <a:spcPts val="500"/>
              </a:spcBef>
              <a:spcAft>
                <a:spcPts val="0"/>
              </a:spcAft>
              <a:buClr>
                <a:schemeClr val="dk1"/>
              </a:buClr>
              <a:buSzPts val="1800"/>
              <a:buFont typeface="Arial" panose="020B0604020202020204"/>
              <a:buChar char="•"/>
              <a:defRPr sz="18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8pPr>
            <a:lvl9pPr marL="4114800" marR="0" lvl="8" indent="-342900" algn="l" rtl="0">
              <a:lnSpc>
                <a:spcPct val="90000"/>
              </a:lnSpc>
              <a:spcBef>
                <a:spcPts val="500"/>
              </a:spcBef>
              <a:spcAft>
                <a:spcPts val="0"/>
              </a:spcAft>
              <a:buClr>
                <a:schemeClr val="dk1"/>
              </a:buClr>
              <a:buSzPts val="1800"/>
              <a:buFont typeface="Arial" panose="020B0604020202020204"/>
              <a:buChar char="•"/>
              <a:defRPr sz="18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9pPr>
          </a:lstStyle>
          <a:p/>
        </p:txBody>
      </p:sp>
      <p:sp>
        <p:nvSpPr>
          <p:cNvPr id="12" name="Google Shape;12;p1"/>
          <p:cNvSpPr txBox="1"/>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marR="0" lvl="0" algn="l" rtl="0">
              <a:lnSpc>
                <a:spcPct val="100000"/>
              </a:lnSpc>
              <a:spcBef>
                <a:spcPts val="0"/>
              </a:spcBef>
              <a:spcAft>
                <a:spcPts val="0"/>
              </a:spcAft>
              <a:buClr>
                <a:srgbClr val="000000"/>
              </a:buClr>
              <a:buSzPts val="1400"/>
              <a:buFont typeface="Arial" panose="020B0604020202020204"/>
              <a:buNone/>
              <a:defRPr sz="1200" b="1" i="0" u="none" strike="noStrike" cap="none">
                <a:solidFill>
                  <a:srgbClr val="888888"/>
                </a:solidFill>
                <a:latin typeface="Calibri" panose="020F0502020204030204"/>
                <a:ea typeface="Calibri" panose="020F0502020204030204"/>
                <a:cs typeface="Calibri" panose="020F0502020204030204"/>
                <a:sym typeface="Calibri" panose="020F0502020204030204"/>
              </a:defRPr>
            </a:lvl1pPr>
            <a:lvl2pPr marR="0" lvl="1" algn="l" rtl="0">
              <a:lnSpc>
                <a:spcPct val="100000"/>
              </a:lnSpc>
              <a:spcBef>
                <a:spcPts val="0"/>
              </a:spcBef>
              <a:spcAft>
                <a:spcPts val="0"/>
              </a:spcAft>
              <a:buClr>
                <a:srgbClr val="000000"/>
              </a:buClr>
              <a:buSzPts val="1400"/>
              <a:buFont typeface="Arial" panose="020B0604020202020204"/>
              <a:buNone/>
              <a:defRPr sz="18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2pPr>
            <a:lvl3pPr marR="0" lvl="2" algn="l" rtl="0">
              <a:lnSpc>
                <a:spcPct val="100000"/>
              </a:lnSpc>
              <a:spcBef>
                <a:spcPts val="0"/>
              </a:spcBef>
              <a:spcAft>
                <a:spcPts val="0"/>
              </a:spcAft>
              <a:buClr>
                <a:srgbClr val="000000"/>
              </a:buClr>
              <a:buSzPts val="1400"/>
              <a:buFont typeface="Arial" panose="020B0604020202020204"/>
              <a:buNone/>
              <a:defRPr sz="18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3pPr>
            <a:lvl4pPr marR="0" lvl="3" algn="l" rtl="0">
              <a:lnSpc>
                <a:spcPct val="100000"/>
              </a:lnSpc>
              <a:spcBef>
                <a:spcPts val="0"/>
              </a:spcBef>
              <a:spcAft>
                <a:spcPts val="0"/>
              </a:spcAft>
              <a:buClr>
                <a:srgbClr val="000000"/>
              </a:buClr>
              <a:buSzPts val="1400"/>
              <a:buFont typeface="Arial" panose="020B0604020202020204"/>
              <a:buNone/>
              <a:defRPr sz="18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4pPr>
            <a:lvl5pPr marR="0" lvl="4" algn="l" rtl="0">
              <a:lnSpc>
                <a:spcPct val="100000"/>
              </a:lnSpc>
              <a:spcBef>
                <a:spcPts val="0"/>
              </a:spcBef>
              <a:spcAft>
                <a:spcPts val="0"/>
              </a:spcAft>
              <a:buClr>
                <a:srgbClr val="000000"/>
              </a:buClr>
              <a:buSzPts val="1400"/>
              <a:buFont typeface="Arial" panose="020B0604020202020204"/>
              <a:buNone/>
              <a:defRPr sz="18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5pPr>
            <a:lvl6pPr marR="0" lvl="5" algn="l" rtl="0">
              <a:lnSpc>
                <a:spcPct val="100000"/>
              </a:lnSpc>
              <a:spcBef>
                <a:spcPts val="0"/>
              </a:spcBef>
              <a:spcAft>
                <a:spcPts val="0"/>
              </a:spcAft>
              <a:buClr>
                <a:srgbClr val="000000"/>
              </a:buClr>
              <a:buSzPts val="1400"/>
              <a:buFont typeface="Arial" panose="020B0604020202020204"/>
              <a:buNone/>
              <a:defRPr sz="18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6pPr>
            <a:lvl7pPr marR="0" lvl="6" algn="l" rtl="0">
              <a:lnSpc>
                <a:spcPct val="100000"/>
              </a:lnSpc>
              <a:spcBef>
                <a:spcPts val="0"/>
              </a:spcBef>
              <a:spcAft>
                <a:spcPts val="0"/>
              </a:spcAft>
              <a:buClr>
                <a:srgbClr val="000000"/>
              </a:buClr>
              <a:buSzPts val="1400"/>
              <a:buFont typeface="Arial" panose="020B0604020202020204"/>
              <a:buNone/>
              <a:defRPr sz="18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7pPr>
            <a:lvl8pPr marR="0" lvl="7" algn="l" rtl="0">
              <a:lnSpc>
                <a:spcPct val="100000"/>
              </a:lnSpc>
              <a:spcBef>
                <a:spcPts val="0"/>
              </a:spcBef>
              <a:spcAft>
                <a:spcPts val="0"/>
              </a:spcAft>
              <a:buClr>
                <a:srgbClr val="000000"/>
              </a:buClr>
              <a:buSzPts val="1400"/>
              <a:buFont typeface="Arial" panose="020B0604020202020204"/>
              <a:buNone/>
              <a:defRPr sz="18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8pPr>
            <a:lvl9pPr marR="0" lvl="8" algn="l" rtl="0">
              <a:lnSpc>
                <a:spcPct val="100000"/>
              </a:lnSpc>
              <a:spcBef>
                <a:spcPts val="0"/>
              </a:spcBef>
              <a:spcAft>
                <a:spcPts val="0"/>
              </a:spcAft>
              <a:buClr>
                <a:srgbClr val="000000"/>
              </a:buClr>
              <a:buSzPts val="1400"/>
              <a:buFont typeface="Arial" panose="020B0604020202020204"/>
              <a:buNone/>
              <a:defRPr sz="18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9pPr>
          </a:lstStyle>
          <a:p/>
        </p:txBody>
      </p:sp>
      <p:sp>
        <p:nvSpPr>
          <p:cNvPr id="13" name="Google Shape;13;p1"/>
          <p:cNvSpPr txBox="1"/>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marR="0" lvl="0" algn="ctr" rtl="0">
              <a:lnSpc>
                <a:spcPct val="100000"/>
              </a:lnSpc>
              <a:spcBef>
                <a:spcPts val="0"/>
              </a:spcBef>
              <a:spcAft>
                <a:spcPts val="0"/>
              </a:spcAft>
              <a:buClr>
                <a:srgbClr val="000000"/>
              </a:buClr>
              <a:buSzPts val="1400"/>
              <a:buFont typeface="Arial" panose="020B0604020202020204"/>
              <a:buNone/>
              <a:defRPr sz="1200" b="1" i="0" u="none" strike="noStrike" cap="none">
                <a:solidFill>
                  <a:srgbClr val="888888"/>
                </a:solidFill>
                <a:latin typeface="Calibri" panose="020F0502020204030204"/>
                <a:ea typeface="Calibri" panose="020F0502020204030204"/>
                <a:cs typeface="Calibri" panose="020F0502020204030204"/>
                <a:sym typeface="Calibri" panose="020F0502020204030204"/>
              </a:defRPr>
            </a:lvl1pPr>
            <a:lvl2pPr marR="0" lvl="1" algn="l" rtl="0">
              <a:lnSpc>
                <a:spcPct val="100000"/>
              </a:lnSpc>
              <a:spcBef>
                <a:spcPts val="0"/>
              </a:spcBef>
              <a:spcAft>
                <a:spcPts val="0"/>
              </a:spcAft>
              <a:buClr>
                <a:srgbClr val="000000"/>
              </a:buClr>
              <a:buSzPts val="1400"/>
              <a:buFont typeface="Arial" panose="020B0604020202020204"/>
              <a:buNone/>
              <a:defRPr sz="18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2pPr>
            <a:lvl3pPr marR="0" lvl="2" algn="l" rtl="0">
              <a:lnSpc>
                <a:spcPct val="100000"/>
              </a:lnSpc>
              <a:spcBef>
                <a:spcPts val="0"/>
              </a:spcBef>
              <a:spcAft>
                <a:spcPts val="0"/>
              </a:spcAft>
              <a:buClr>
                <a:srgbClr val="000000"/>
              </a:buClr>
              <a:buSzPts val="1400"/>
              <a:buFont typeface="Arial" panose="020B0604020202020204"/>
              <a:buNone/>
              <a:defRPr sz="18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3pPr>
            <a:lvl4pPr marR="0" lvl="3" algn="l" rtl="0">
              <a:lnSpc>
                <a:spcPct val="100000"/>
              </a:lnSpc>
              <a:spcBef>
                <a:spcPts val="0"/>
              </a:spcBef>
              <a:spcAft>
                <a:spcPts val="0"/>
              </a:spcAft>
              <a:buClr>
                <a:srgbClr val="000000"/>
              </a:buClr>
              <a:buSzPts val="1400"/>
              <a:buFont typeface="Arial" panose="020B0604020202020204"/>
              <a:buNone/>
              <a:defRPr sz="18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4pPr>
            <a:lvl5pPr marR="0" lvl="4" algn="l" rtl="0">
              <a:lnSpc>
                <a:spcPct val="100000"/>
              </a:lnSpc>
              <a:spcBef>
                <a:spcPts val="0"/>
              </a:spcBef>
              <a:spcAft>
                <a:spcPts val="0"/>
              </a:spcAft>
              <a:buClr>
                <a:srgbClr val="000000"/>
              </a:buClr>
              <a:buSzPts val="1400"/>
              <a:buFont typeface="Arial" panose="020B0604020202020204"/>
              <a:buNone/>
              <a:defRPr sz="18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5pPr>
            <a:lvl6pPr marR="0" lvl="5" algn="l" rtl="0">
              <a:lnSpc>
                <a:spcPct val="100000"/>
              </a:lnSpc>
              <a:spcBef>
                <a:spcPts val="0"/>
              </a:spcBef>
              <a:spcAft>
                <a:spcPts val="0"/>
              </a:spcAft>
              <a:buClr>
                <a:srgbClr val="000000"/>
              </a:buClr>
              <a:buSzPts val="1400"/>
              <a:buFont typeface="Arial" panose="020B0604020202020204"/>
              <a:buNone/>
              <a:defRPr sz="18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6pPr>
            <a:lvl7pPr marR="0" lvl="6" algn="l" rtl="0">
              <a:lnSpc>
                <a:spcPct val="100000"/>
              </a:lnSpc>
              <a:spcBef>
                <a:spcPts val="0"/>
              </a:spcBef>
              <a:spcAft>
                <a:spcPts val="0"/>
              </a:spcAft>
              <a:buClr>
                <a:srgbClr val="000000"/>
              </a:buClr>
              <a:buSzPts val="1400"/>
              <a:buFont typeface="Arial" panose="020B0604020202020204"/>
              <a:buNone/>
              <a:defRPr sz="18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7pPr>
            <a:lvl8pPr marR="0" lvl="7" algn="l" rtl="0">
              <a:lnSpc>
                <a:spcPct val="100000"/>
              </a:lnSpc>
              <a:spcBef>
                <a:spcPts val="0"/>
              </a:spcBef>
              <a:spcAft>
                <a:spcPts val="0"/>
              </a:spcAft>
              <a:buClr>
                <a:srgbClr val="000000"/>
              </a:buClr>
              <a:buSzPts val="1400"/>
              <a:buFont typeface="Arial" panose="020B0604020202020204"/>
              <a:buNone/>
              <a:defRPr sz="18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8pPr>
            <a:lvl9pPr marR="0" lvl="8" algn="l" rtl="0">
              <a:lnSpc>
                <a:spcPct val="100000"/>
              </a:lnSpc>
              <a:spcBef>
                <a:spcPts val="0"/>
              </a:spcBef>
              <a:spcAft>
                <a:spcPts val="0"/>
              </a:spcAft>
              <a:buClr>
                <a:srgbClr val="000000"/>
              </a:buClr>
              <a:buSzPts val="1400"/>
              <a:buFont typeface="Arial" panose="020B0604020202020204"/>
              <a:buNone/>
              <a:defRPr sz="18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9pPr>
          </a:lstStyle>
          <a:p/>
        </p:txBody>
      </p:sp>
      <p:sp>
        <p:nvSpPr>
          <p:cNvPr id="14" name="Google Shape;14;p1"/>
          <p:cNvSpPr txBox="1"/>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rtl="0">
              <a:lnSpc>
                <a:spcPct val="100000"/>
              </a:lnSpc>
              <a:spcBef>
                <a:spcPts val="0"/>
              </a:spcBef>
              <a:spcAft>
                <a:spcPts val="0"/>
              </a:spcAft>
              <a:buClr>
                <a:srgbClr val="000000"/>
              </a:buClr>
              <a:buSzPts val="1200"/>
              <a:buFont typeface="Arial" panose="020B0604020202020204"/>
              <a:buNone/>
              <a:defRPr sz="1200" b="1" i="0" u="none" strike="noStrike" cap="none">
                <a:solidFill>
                  <a:srgbClr val="888888"/>
                </a:solidFill>
                <a:latin typeface="Calibri" panose="020F0502020204030204"/>
                <a:ea typeface="Calibri" panose="020F0502020204030204"/>
                <a:cs typeface="Calibri" panose="020F0502020204030204"/>
                <a:sym typeface="Calibri" panose="020F0502020204030204"/>
              </a:defRPr>
            </a:lvl1pPr>
            <a:lvl2pPr marL="0" marR="0" lvl="1" indent="0" algn="r" rtl="0">
              <a:lnSpc>
                <a:spcPct val="100000"/>
              </a:lnSpc>
              <a:spcBef>
                <a:spcPts val="0"/>
              </a:spcBef>
              <a:spcAft>
                <a:spcPts val="0"/>
              </a:spcAft>
              <a:buClr>
                <a:srgbClr val="000000"/>
              </a:buClr>
              <a:buSzPts val="1200"/>
              <a:buFont typeface="Arial" panose="020B0604020202020204"/>
              <a:buNone/>
              <a:defRPr sz="1200" b="1" i="0" u="none" strike="noStrike" cap="none">
                <a:solidFill>
                  <a:srgbClr val="888888"/>
                </a:solidFill>
                <a:latin typeface="Calibri" panose="020F0502020204030204"/>
                <a:ea typeface="Calibri" panose="020F0502020204030204"/>
                <a:cs typeface="Calibri" panose="020F0502020204030204"/>
                <a:sym typeface="Calibri" panose="020F0502020204030204"/>
              </a:defRPr>
            </a:lvl2pPr>
            <a:lvl3pPr marL="0" marR="0" lvl="2" indent="0" algn="r" rtl="0">
              <a:lnSpc>
                <a:spcPct val="100000"/>
              </a:lnSpc>
              <a:spcBef>
                <a:spcPts val="0"/>
              </a:spcBef>
              <a:spcAft>
                <a:spcPts val="0"/>
              </a:spcAft>
              <a:buClr>
                <a:srgbClr val="000000"/>
              </a:buClr>
              <a:buSzPts val="1200"/>
              <a:buFont typeface="Arial" panose="020B0604020202020204"/>
              <a:buNone/>
              <a:defRPr sz="1200" b="1" i="0" u="none" strike="noStrike" cap="none">
                <a:solidFill>
                  <a:srgbClr val="888888"/>
                </a:solidFill>
                <a:latin typeface="Calibri" panose="020F0502020204030204"/>
                <a:ea typeface="Calibri" panose="020F0502020204030204"/>
                <a:cs typeface="Calibri" panose="020F0502020204030204"/>
                <a:sym typeface="Calibri" panose="020F0502020204030204"/>
              </a:defRPr>
            </a:lvl3pPr>
            <a:lvl4pPr marL="0" marR="0" lvl="3" indent="0" algn="r" rtl="0">
              <a:lnSpc>
                <a:spcPct val="100000"/>
              </a:lnSpc>
              <a:spcBef>
                <a:spcPts val="0"/>
              </a:spcBef>
              <a:spcAft>
                <a:spcPts val="0"/>
              </a:spcAft>
              <a:buClr>
                <a:srgbClr val="000000"/>
              </a:buClr>
              <a:buSzPts val="1200"/>
              <a:buFont typeface="Arial" panose="020B0604020202020204"/>
              <a:buNone/>
              <a:defRPr sz="1200" b="1" i="0" u="none" strike="noStrike" cap="none">
                <a:solidFill>
                  <a:srgbClr val="888888"/>
                </a:solidFill>
                <a:latin typeface="Calibri" panose="020F0502020204030204"/>
                <a:ea typeface="Calibri" panose="020F0502020204030204"/>
                <a:cs typeface="Calibri" panose="020F0502020204030204"/>
                <a:sym typeface="Calibri" panose="020F0502020204030204"/>
              </a:defRPr>
            </a:lvl4pPr>
            <a:lvl5pPr marL="0" marR="0" lvl="4" indent="0" algn="r" rtl="0">
              <a:lnSpc>
                <a:spcPct val="100000"/>
              </a:lnSpc>
              <a:spcBef>
                <a:spcPts val="0"/>
              </a:spcBef>
              <a:spcAft>
                <a:spcPts val="0"/>
              </a:spcAft>
              <a:buClr>
                <a:srgbClr val="000000"/>
              </a:buClr>
              <a:buSzPts val="1200"/>
              <a:buFont typeface="Arial" panose="020B0604020202020204"/>
              <a:buNone/>
              <a:defRPr sz="1200" b="1" i="0" u="none" strike="noStrike" cap="none">
                <a:solidFill>
                  <a:srgbClr val="888888"/>
                </a:solidFill>
                <a:latin typeface="Calibri" panose="020F0502020204030204"/>
                <a:ea typeface="Calibri" panose="020F0502020204030204"/>
                <a:cs typeface="Calibri" panose="020F0502020204030204"/>
                <a:sym typeface="Calibri" panose="020F0502020204030204"/>
              </a:defRPr>
            </a:lvl5pPr>
            <a:lvl6pPr marL="0" marR="0" lvl="5" indent="0" algn="r" rtl="0">
              <a:lnSpc>
                <a:spcPct val="100000"/>
              </a:lnSpc>
              <a:spcBef>
                <a:spcPts val="0"/>
              </a:spcBef>
              <a:spcAft>
                <a:spcPts val="0"/>
              </a:spcAft>
              <a:buClr>
                <a:srgbClr val="000000"/>
              </a:buClr>
              <a:buSzPts val="1200"/>
              <a:buFont typeface="Arial" panose="020B0604020202020204"/>
              <a:buNone/>
              <a:defRPr sz="1200" b="1" i="0" u="none" strike="noStrike" cap="none">
                <a:solidFill>
                  <a:srgbClr val="888888"/>
                </a:solidFill>
                <a:latin typeface="Calibri" panose="020F0502020204030204"/>
                <a:ea typeface="Calibri" panose="020F0502020204030204"/>
                <a:cs typeface="Calibri" panose="020F0502020204030204"/>
                <a:sym typeface="Calibri" panose="020F0502020204030204"/>
              </a:defRPr>
            </a:lvl6pPr>
            <a:lvl7pPr marL="0" marR="0" lvl="6" indent="0" algn="r" rtl="0">
              <a:lnSpc>
                <a:spcPct val="100000"/>
              </a:lnSpc>
              <a:spcBef>
                <a:spcPts val="0"/>
              </a:spcBef>
              <a:spcAft>
                <a:spcPts val="0"/>
              </a:spcAft>
              <a:buClr>
                <a:srgbClr val="000000"/>
              </a:buClr>
              <a:buSzPts val="1200"/>
              <a:buFont typeface="Arial" panose="020B0604020202020204"/>
              <a:buNone/>
              <a:defRPr sz="1200" b="1" i="0" u="none" strike="noStrike" cap="none">
                <a:solidFill>
                  <a:srgbClr val="888888"/>
                </a:solidFill>
                <a:latin typeface="Calibri" panose="020F0502020204030204"/>
                <a:ea typeface="Calibri" panose="020F0502020204030204"/>
                <a:cs typeface="Calibri" panose="020F0502020204030204"/>
                <a:sym typeface="Calibri" panose="020F0502020204030204"/>
              </a:defRPr>
            </a:lvl7pPr>
            <a:lvl8pPr marL="0" marR="0" lvl="7" indent="0" algn="r" rtl="0">
              <a:lnSpc>
                <a:spcPct val="100000"/>
              </a:lnSpc>
              <a:spcBef>
                <a:spcPts val="0"/>
              </a:spcBef>
              <a:spcAft>
                <a:spcPts val="0"/>
              </a:spcAft>
              <a:buClr>
                <a:srgbClr val="000000"/>
              </a:buClr>
              <a:buSzPts val="1200"/>
              <a:buFont typeface="Arial" panose="020B0604020202020204"/>
              <a:buNone/>
              <a:defRPr sz="1200" b="1" i="0" u="none" strike="noStrike" cap="none">
                <a:solidFill>
                  <a:srgbClr val="888888"/>
                </a:solidFill>
                <a:latin typeface="Calibri" panose="020F0502020204030204"/>
                <a:ea typeface="Calibri" panose="020F0502020204030204"/>
                <a:cs typeface="Calibri" panose="020F0502020204030204"/>
                <a:sym typeface="Calibri" panose="020F0502020204030204"/>
              </a:defRPr>
            </a:lvl8pPr>
            <a:lvl9pPr marL="0" marR="0" lvl="8" indent="0" algn="r" rtl="0">
              <a:lnSpc>
                <a:spcPct val="100000"/>
              </a:lnSpc>
              <a:spcBef>
                <a:spcPts val="0"/>
              </a:spcBef>
              <a:spcAft>
                <a:spcPts val="0"/>
              </a:spcAft>
              <a:buClr>
                <a:srgbClr val="000000"/>
              </a:buClr>
              <a:buSzPts val="1200"/>
              <a:buFont typeface="Arial" panose="020B0604020202020204"/>
              <a:buNone/>
              <a:defRPr sz="1200" b="1" i="0" u="none" strike="noStrike" cap="none">
                <a:solidFill>
                  <a:srgbClr val="888888"/>
                </a:solidFill>
                <a:latin typeface="Calibri" panose="020F0502020204030204"/>
                <a:ea typeface="Calibri" panose="020F0502020204030204"/>
                <a:cs typeface="Calibri" panose="020F0502020204030204"/>
                <a:sym typeface="Calibri" panose="020F0502020204030204"/>
              </a:defRPr>
            </a:lvl9pPr>
          </a:lstStyle>
          <a:p>
            <a:pPr marL="0" lvl="0" indent="0" algn="r" rtl="0">
              <a:spcBef>
                <a:spcPts val="0"/>
              </a:spcBef>
              <a:spcAft>
                <a:spcPts val="0"/>
              </a:spcAft>
              <a:buNone/>
            </a:pPr>
            <a:fld id="{00000000-1234-1234-1234-123412341234}" type="slidenum">
              <a:rPr lang="en-US"/>
            </a:fld>
            <a:endParaRPr lang="en-US"/>
          </a:p>
        </p:txBody>
      </p:sp>
    </p:spTree>
  </p:cSld>
  <p:clrMap bg1="lt1" tx1="dk1" bg2="dk2" tx2="lt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 id="2147483660" r:id="rId12"/>
    <p:sldLayoutId id="2147483661" r:id="rId13"/>
  </p:sldLayoutIdLst>
  <p:hf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1pPr>
      <a:lvl2pPr marR="0" lvl="1"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2pPr>
      <a:lvl3pPr marR="0" lvl="2"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3pPr>
      <a:lvl4pPr marR="0" lvl="3"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4pPr>
      <a:lvl5pPr marR="0" lvl="4"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5pPr>
      <a:lvl6pPr marR="0" lvl="5"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6pPr>
      <a:lvl7pPr marR="0" lvl="6"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7pPr>
      <a:lvl8pPr marR="0" lvl="7"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8pPr>
      <a:lvl9pPr marR="0" lvl="8"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1pPr>
      <a:lvl2pPr marR="0" lvl="1"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2pPr>
      <a:lvl3pPr marR="0" lvl="2"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3pPr>
      <a:lvl4pPr marR="0" lvl="3"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4pPr>
      <a:lvl5pPr marR="0" lvl="4"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5pPr>
      <a:lvl6pPr marR="0" lvl="5"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6pPr>
      <a:lvl7pPr marR="0" lvl="6"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7pPr>
      <a:lvl8pPr marR="0" lvl="7"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8pPr>
      <a:lvl9pPr marR="0" lvl="8"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1pPr>
      <a:lvl2pPr marR="0" lvl="1"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2pPr>
      <a:lvl3pPr marR="0" lvl="2"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3pPr>
      <a:lvl4pPr marR="0" lvl="3"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4pPr>
      <a:lvl5pPr marR="0" lvl="4"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5pPr>
      <a:lvl6pPr marR="0" lvl="5"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6pPr>
      <a:lvl7pPr marR="0" lvl="6"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7pPr>
      <a:lvl8pPr marR="0" lvl="7"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8pPr>
      <a:lvl9pPr marR="0" lvl="8"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4" Type="http://schemas.openxmlformats.org/officeDocument/2006/relationships/notesSlide" Target="../notesSlides/notesSlide5.xml"/><Relationship Id="rId3" Type="http://schemas.openxmlformats.org/officeDocument/2006/relationships/slideLayout" Target="../slideLayouts/slideLayout1.xml"/><Relationship Id="rId2" Type="http://schemas.openxmlformats.org/officeDocument/2006/relationships/image" Target="../media/image3.png"/><Relationship Id="rId1" Type="http://schemas.openxmlformats.org/officeDocument/2006/relationships/tags" Target="../tags/tag1.xml"/></Relationships>
</file>

<file path=ppt/slides/_rels/slide6.xml.rels><?xml version="1.0" encoding="UTF-8" standalone="yes"?>
<Relationships xmlns="http://schemas.openxmlformats.org/package/2006/relationships"><Relationship Id="rId9" Type="http://schemas.openxmlformats.org/officeDocument/2006/relationships/notesSlide" Target="../notesSlides/notesSlide6.xml"/><Relationship Id="rId8" Type="http://schemas.openxmlformats.org/officeDocument/2006/relationships/slideLayout" Target="../slideLayouts/slideLayout1.xml"/><Relationship Id="rId7" Type="http://schemas.openxmlformats.org/officeDocument/2006/relationships/tags" Target="../tags/tag6.xml"/><Relationship Id="rId6" Type="http://schemas.openxmlformats.org/officeDocument/2006/relationships/tags" Target="../tags/tag5.xml"/><Relationship Id="rId5" Type="http://schemas.openxmlformats.org/officeDocument/2006/relationships/tags" Target="../tags/tag4.xml"/><Relationship Id="rId4" Type="http://schemas.openxmlformats.org/officeDocument/2006/relationships/tags" Target="../tags/tag3.xml"/><Relationship Id="rId3" Type="http://schemas.openxmlformats.org/officeDocument/2006/relationships/tags" Target="../tags/tag2.xml"/><Relationship Id="rId2" Type="http://schemas.openxmlformats.org/officeDocument/2006/relationships/image" Target="../media/image5.png"/><Relationship Id="rId1" Type="http://schemas.openxmlformats.org/officeDocument/2006/relationships/image" Target="../media/image4.png"/></Relationships>
</file>

<file path=ppt/slides/_rels/slide7.xml.rels><?xml version="1.0" encoding="UTF-8" standalone="yes"?>
<Relationships xmlns="http://schemas.openxmlformats.org/package/2006/relationships"><Relationship Id="rId5" Type="http://schemas.openxmlformats.org/officeDocument/2006/relationships/notesSlide" Target="../notesSlides/notesSlide7.xml"/><Relationship Id="rId4" Type="http://schemas.openxmlformats.org/officeDocument/2006/relationships/slideLayout" Target="../slideLayouts/slideLayout1.xml"/><Relationship Id="rId3" Type="http://schemas.openxmlformats.org/officeDocument/2006/relationships/tags" Target="../tags/tag7.xml"/><Relationship Id="rId2" Type="http://schemas.openxmlformats.org/officeDocument/2006/relationships/image" Target="../media/image7.png"/><Relationship Id="rId1" Type="http://schemas.openxmlformats.org/officeDocument/2006/relationships/image" Target="../media/image6.png"/></Relationships>
</file>

<file path=ppt/slides/_rels/slide8.xml.rels><?xml version="1.0" encoding="UTF-8" standalone="yes"?>
<Relationships xmlns="http://schemas.openxmlformats.org/package/2006/relationships"><Relationship Id="rId3" Type="http://schemas.openxmlformats.org/officeDocument/2006/relationships/notesSlide" Target="../notesSlides/notesSlide8.xml"/><Relationship Id="rId2" Type="http://schemas.openxmlformats.org/officeDocument/2006/relationships/slideLayout" Target="../slideLayouts/slideLayout1.xml"/><Relationship Id="rId1" Type="http://schemas.openxmlformats.org/officeDocument/2006/relationships/image" Target="../media/image8.png"/></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1.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4" Type="http://schemas.openxmlformats.org/officeDocument/2006/relationships/notesSlide" Target="../notesSlides/notesSlide11.xml"/><Relationship Id="rId3" Type="http://schemas.openxmlformats.org/officeDocument/2006/relationships/slideLayout" Target="../slideLayouts/slideLayout1.xml"/><Relationship Id="rId2" Type="http://schemas.openxmlformats.org/officeDocument/2006/relationships/tags" Target="../tags/tag9.xml"/><Relationship Id="rId1" Type="http://schemas.openxmlformats.org/officeDocument/2006/relationships/tags" Target="../tags/tag8.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1.xml"/></Relationships>
</file>

<file path=ppt/slides/_rels/slide13.xml.rels><?xml version="1.0" encoding="UTF-8" standalone="yes"?>
<Relationships xmlns="http://schemas.openxmlformats.org/package/2006/relationships"><Relationship Id="rId3" Type="http://schemas.openxmlformats.org/officeDocument/2006/relationships/notesSlide" Target="../notesSlides/notesSlide13.xml"/><Relationship Id="rId2" Type="http://schemas.openxmlformats.org/officeDocument/2006/relationships/slideLayout" Target="../slideLayouts/slideLayout2.xml"/><Relationship Id="rId1" Type="http://schemas.openxmlformats.org/officeDocument/2006/relationships/image" Target="../media/image9.png"/></Relationships>
</file>

<file path=ppt/slides/_rels/slide14.xml.rels><?xml version="1.0" encoding="UTF-8" standalone="yes"?>
<Relationships xmlns="http://schemas.openxmlformats.org/package/2006/relationships"><Relationship Id="rId4" Type="http://schemas.openxmlformats.org/officeDocument/2006/relationships/notesSlide" Target="../notesSlides/notesSlide14.xml"/><Relationship Id="rId3" Type="http://schemas.openxmlformats.org/officeDocument/2006/relationships/slideLayout" Target="../slideLayouts/slideLayout1.xml"/><Relationship Id="rId2" Type="http://schemas.openxmlformats.org/officeDocument/2006/relationships/image" Target="../media/image11.png"/><Relationship Id="rId1" Type="http://schemas.openxmlformats.org/officeDocument/2006/relationships/image" Target="../media/image10.png"/></Relationships>
</file>

<file path=ppt/slides/_rels/slide15.xml.rels><?xml version="1.0" encoding="UTF-8" standalone="yes"?>
<Relationships xmlns="http://schemas.openxmlformats.org/package/2006/relationships"><Relationship Id="rId9" Type="http://schemas.openxmlformats.org/officeDocument/2006/relationships/tags" Target="../tags/tag17.xml"/><Relationship Id="rId8" Type="http://schemas.openxmlformats.org/officeDocument/2006/relationships/tags" Target="../tags/tag16.xml"/><Relationship Id="rId7" Type="http://schemas.openxmlformats.org/officeDocument/2006/relationships/tags" Target="../tags/tag15.xml"/><Relationship Id="rId6" Type="http://schemas.openxmlformats.org/officeDocument/2006/relationships/tags" Target="../tags/tag14.xml"/><Relationship Id="rId5" Type="http://schemas.openxmlformats.org/officeDocument/2006/relationships/tags" Target="../tags/tag13.xml"/><Relationship Id="rId4" Type="http://schemas.openxmlformats.org/officeDocument/2006/relationships/tags" Target="../tags/tag12.xml"/><Relationship Id="rId3" Type="http://schemas.openxmlformats.org/officeDocument/2006/relationships/tags" Target="../tags/tag11.xml"/><Relationship Id="rId2" Type="http://schemas.openxmlformats.org/officeDocument/2006/relationships/tags" Target="../tags/tag10.xml"/><Relationship Id="rId15" Type="http://schemas.openxmlformats.org/officeDocument/2006/relationships/notesSlide" Target="../notesSlides/notesSlide15.xml"/><Relationship Id="rId14" Type="http://schemas.openxmlformats.org/officeDocument/2006/relationships/slideLayout" Target="../slideLayouts/slideLayout1.xml"/><Relationship Id="rId13" Type="http://schemas.openxmlformats.org/officeDocument/2006/relationships/tags" Target="../tags/tag21.xml"/><Relationship Id="rId12" Type="http://schemas.openxmlformats.org/officeDocument/2006/relationships/tags" Target="../tags/tag20.xml"/><Relationship Id="rId11" Type="http://schemas.openxmlformats.org/officeDocument/2006/relationships/tags" Target="../tags/tag19.xml"/><Relationship Id="rId10" Type="http://schemas.openxmlformats.org/officeDocument/2006/relationships/tags" Target="../tags/tag18.xml"/><Relationship Id="rId1" Type="http://schemas.openxmlformats.org/officeDocument/2006/relationships/image" Target="../media/image12.png"/></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3" Type="http://schemas.openxmlformats.org/officeDocument/2006/relationships/notesSlide" Target="../notesSlides/notesSlide17.xml"/><Relationship Id="rId2" Type="http://schemas.openxmlformats.org/officeDocument/2006/relationships/slideLayout" Target="../slideLayouts/slideLayout2.xml"/><Relationship Id="rId1" Type="http://schemas.openxmlformats.org/officeDocument/2006/relationships/image" Target="../media/image13.png"/></Relationships>
</file>

<file path=ppt/slides/_rels/slide18.xml.rels><?xml version="1.0" encoding="UTF-8" standalone="yes"?>
<Relationships xmlns="http://schemas.openxmlformats.org/package/2006/relationships"><Relationship Id="rId3" Type="http://schemas.openxmlformats.org/officeDocument/2006/relationships/notesSlide" Target="../notesSlides/notesSlide18.xml"/><Relationship Id="rId2" Type="http://schemas.openxmlformats.org/officeDocument/2006/relationships/slideLayout" Target="../slideLayouts/slideLayout2.xml"/><Relationship Id="rId1" Type="http://schemas.openxmlformats.org/officeDocument/2006/relationships/tags" Target="../tags/tag22.xml"/></Relationships>
</file>

<file path=ppt/slides/_rels/slide19.xml.rels><?xml version="1.0" encoding="UTF-8" standalone="yes"?>
<Relationships xmlns="http://schemas.openxmlformats.org/package/2006/relationships"><Relationship Id="rId3" Type="http://schemas.openxmlformats.org/officeDocument/2006/relationships/notesSlide" Target="../notesSlides/notesSlide19.xml"/><Relationship Id="rId2" Type="http://schemas.openxmlformats.org/officeDocument/2006/relationships/slideLayout" Target="../slideLayouts/slideLayout2.xml"/><Relationship Id="rId1" Type="http://schemas.openxmlformats.org/officeDocument/2006/relationships/image" Target="../media/image14.png"/></Relationships>
</file>

<file path=ppt/slides/_rels/slide20.xml.rels><?xml version="1.0" encoding="UTF-8" standalone="yes"?>
<Relationships xmlns="http://schemas.openxmlformats.org/package/2006/relationships"><Relationship Id="rId2" Type="http://schemas.openxmlformats.org/officeDocument/2006/relationships/notesSlide" Target="../notesSlides/notesSlide20.xml"/><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3" Type="http://schemas.openxmlformats.org/officeDocument/2006/relationships/notesSlide" Target="../notesSlides/notesSlide21.xml"/><Relationship Id="rId2" Type="http://schemas.openxmlformats.org/officeDocument/2006/relationships/slideLayout" Target="../slideLayouts/slideLayout2.xml"/><Relationship Id="rId1" Type="http://schemas.openxmlformats.org/officeDocument/2006/relationships/image" Target="../media/image15.png"/></Relationships>
</file>

<file path=ppt/slides/_rels/slide22.xml.rels><?xml version="1.0" encoding="UTF-8" standalone="yes"?>
<Relationships xmlns="http://schemas.openxmlformats.org/package/2006/relationships"><Relationship Id="rId2" Type="http://schemas.openxmlformats.org/officeDocument/2006/relationships/notesSlide" Target="../notesSlides/notesSlide22.xml"/><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9" Type="http://schemas.openxmlformats.org/officeDocument/2006/relationships/tags" Target="../tags/tag31.xml"/><Relationship Id="rId8" Type="http://schemas.openxmlformats.org/officeDocument/2006/relationships/tags" Target="../tags/tag30.xml"/><Relationship Id="rId7" Type="http://schemas.openxmlformats.org/officeDocument/2006/relationships/tags" Target="../tags/tag29.xml"/><Relationship Id="rId6" Type="http://schemas.openxmlformats.org/officeDocument/2006/relationships/tags" Target="../tags/tag28.xml"/><Relationship Id="rId5" Type="http://schemas.openxmlformats.org/officeDocument/2006/relationships/tags" Target="../tags/tag27.xml"/><Relationship Id="rId4" Type="http://schemas.openxmlformats.org/officeDocument/2006/relationships/tags" Target="../tags/tag26.xml"/><Relationship Id="rId3" Type="http://schemas.openxmlformats.org/officeDocument/2006/relationships/tags" Target="../tags/tag25.xml"/><Relationship Id="rId2" Type="http://schemas.openxmlformats.org/officeDocument/2006/relationships/tags" Target="../tags/tag24.xml"/><Relationship Id="rId14" Type="http://schemas.openxmlformats.org/officeDocument/2006/relationships/notesSlide" Target="../notesSlides/notesSlide23.xml"/><Relationship Id="rId13" Type="http://schemas.openxmlformats.org/officeDocument/2006/relationships/slideLayout" Target="../slideLayouts/slideLayout2.xml"/><Relationship Id="rId12" Type="http://schemas.openxmlformats.org/officeDocument/2006/relationships/tags" Target="../tags/tag34.xml"/><Relationship Id="rId11" Type="http://schemas.openxmlformats.org/officeDocument/2006/relationships/tags" Target="../tags/tag33.xml"/><Relationship Id="rId10" Type="http://schemas.openxmlformats.org/officeDocument/2006/relationships/tags" Target="../tags/tag32.xml"/><Relationship Id="rId1" Type="http://schemas.openxmlformats.org/officeDocument/2006/relationships/tags" Target="../tags/tag23.xml"/></Relationships>
</file>

<file path=ppt/slides/_rels/slide24.xml.rels><?xml version="1.0" encoding="UTF-8" standalone="yes"?>
<Relationships xmlns="http://schemas.openxmlformats.org/package/2006/relationships"><Relationship Id="rId3" Type="http://schemas.openxmlformats.org/officeDocument/2006/relationships/notesSlide" Target="../notesSlides/notesSlide24.xml"/><Relationship Id="rId2" Type="http://schemas.openxmlformats.org/officeDocument/2006/relationships/slideLayout" Target="../slideLayouts/slideLayout1.xml"/><Relationship Id="rId1" Type="http://schemas.openxmlformats.org/officeDocument/2006/relationships/image" Target="../media/image16.png"/></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93" name="Shape 93"/>
        <p:cNvGrpSpPr/>
        <p:nvPr/>
      </p:nvGrpSpPr>
      <p:grpSpPr>
        <a:xfrm>
          <a:off x="0" y="0"/>
          <a:ext cx="0" cy="0"/>
          <a:chOff x="0" y="0"/>
          <a:chExt cx="0" cy="0"/>
        </a:xfrm>
      </p:grpSpPr>
      <p:sp>
        <p:nvSpPr>
          <p:cNvPr id="94" name="Google Shape;94;p15"/>
          <p:cNvSpPr txBox="1"/>
          <p:nvPr/>
        </p:nvSpPr>
        <p:spPr>
          <a:xfrm>
            <a:off x="267600" y="2868567"/>
            <a:ext cx="11656800" cy="1642745"/>
          </a:xfrm>
          <a:prstGeom prst="rect">
            <a:avLst/>
          </a:prstGeom>
          <a:noFill/>
          <a:ln>
            <a:noFill/>
          </a:ln>
        </p:spPr>
        <p:txBody>
          <a:bodyPr spcFirstLastPara="1" wrap="square" lIns="105100" tIns="52525" rIns="105100" bIns="52525" anchor="t" anchorCtr="0">
            <a:spAutoFit/>
          </a:bodyPr>
          <a:lstStyle/>
          <a:p>
            <a:pPr marL="0" marR="0" lvl="0" indent="0" algn="ctr" rtl="0">
              <a:lnSpc>
                <a:spcPct val="100000"/>
              </a:lnSpc>
              <a:spcBef>
                <a:spcPts val="0"/>
              </a:spcBef>
              <a:spcAft>
                <a:spcPts val="0"/>
              </a:spcAft>
              <a:buClr>
                <a:srgbClr val="000000"/>
              </a:buClr>
              <a:buSzPts val="4633"/>
              <a:buFont typeface="Arial" panose="020B0604020202020204"/>
              <a:buNone/>
            </a:pPr>
            <a:r>
              <a:rPr lang="en-US" altLang="en-US" sz="5000" b="0" i="0" u="none" strike="noStrike" cap="none">
                <a:solidFill>
                  <a:schemeClr val="dk1"/>
                </a:solidFill>
                <a:latin typeface="Montserrat" panose="00000500000000000000" charset="0"/>
                <a:ea typeface="Arial" panose="020B0604020202020204"/>
                <a:cs typeface="Montserrat" panose="00000500000000000000" charset="0"/>
                <a:sym typeface="Arial" panose="020B0604020202020204"/>
              </a:rPr>
              <a:t>Online Payment Fraud Detection</a:t>
            </a:r>
            <a:endParaRPr lang="en-US" altLang="en-US" sz="5000" b="0" i="0" u="none" strike="noStrike" cap="none">
              <a:solidFill>
                <a:schemeClr val="dk1"/>
              </a:solidFill>
              <a:latin typeface="Montserrat" panose="00000500000000000000" charset="0"/>
              <a:ea typeface="Arial" panose="020B0604020202020204"/>
              <a:cs typeface="Montserrat" panose="00000500000000000000" charset="0"/>
              <a:sym typeface="Arial" panose="020B0604020202020204"/>
            </a:endParaRPr>
          </a:p>
          <a:p>
            <a:pPr marL="0" marR="0" lvl="0" indent="0" algn="ctr" rtl="0">
              <a:lnSpc>
                <a:spcPct val="100000"/>
              </a:lnSpc>
              <a:spcBef>
                <a:spcPts val="0"/>
              </a:spcBef>
              <a:spcAft>
                <a:spcPts val="0"/>
              </a:spcAft>
              <a:buClr>
                <a:srgbClr val="000000"/>
              </a:buClr>
              <a:buSzPts val="4633"/>
              <a:buFont typeface="Arial" panose="020B0604020202020204"/>
              <a:buNone/>
            </a:pPr>
            <a:r>
              <a:rPr lang="en-US" sz="5000" b="0" i="0" u="none" strike="noStrike" cap="none">
                <a:solidFill>
                  <a:schemeClr val="dk1"/>
                </a:solidFill>
                <a:latin typeface="Montserrat" panose="00000500000000000000" charset="0"/>
                <a:ea typeface="Arial" panose="020B0604020202020204"/>
                <a:cs typeface="Montserrat" panose="00000500000000000000" charset="0"/>
                <a:sym typeface="Arial" panose="020B0604020202020204"/>
              </a:rPr>
              <a:t> </a:t>
            </a:r>
            <a:endParaRPr sz="5000" b="0" i="0" u="none" strike="noStrike" cap="none">
              <a:solidFill>
                <a:schemeClr val="dk1"/>
              </a:solidFill>
              <a:latin typeface="Montserrat" panose="00000500000000000000" charset="0"/>
              <a:ea typeface="Arial" panose="020B0604020202020204"/>
              <a:cs typeface="Montserrat" panose="00000500000000000000" charset="0"/>
              <a:sym typeface="Arial" panose="020B0604020202020204"/>
            </a:endParaRPr>
          </a:p>
        </p:txBody>
      </p:sp>
      <p:sp>
        <p:nvSpPr>
          <p:cNvPr id="96" name="Google Shape;96;p15"/>
          <p:cNvSpPr txBox="1"/>
          <p:nvPr/>
        </p:nvSpPr>
        <p:spPr>
          <a:xfrm>
            <a:off x="2215515" y="3733800"/>
            <a:ext cx="7761605" cy="1032510"/>
          </a:xfrm>
          <a:prstGeom prst="rect">
            <a:avLst/>
          </a:prstGeom>
          <a:noFill/>
          <a:ln>
            <a:noFill/>
          </a:ln>
        </p:spPr>
        <p:txBody>
          <a:bodyPr spcFirstLastPara="1" wrap="square" lIns="91425" tIns="45700" rIns="91425" bIns="45700" anchor="t" anchorCtr="0">
            <a:noAutofit/>
          </a:bodyPr>
          <a:lstStyle/>
          <a:p>
            <a:pPr marL="0" marR="0" lvl="0" indent="0" algn="ctr" rtl="0">
              <a:lnSpc>
                <a:spcPct val="100000"/>
              </a:lnSpc>
              <a:spcBef>
                <a:spcPts val="0"/>
              </a:spcBef>
              <a:spcAft>
                <a:spcPts val="0"/>
              </a:spcAft>
              <a:buClr>
                <a:srgbClr val="000000"/>
              </a:buClr>
              <a:buSzPts val="2800"/>
              <a:buFont typeface="Arial" panose="020B0604020202020204"/>
              <a:buNone/>
            </a:pPr>
            <a:r>
              <a:rPr lang="en-US" sz="2800" b="1" i="0" u="none" strike="noStrike" cap="none">
                <a:solidFill>
                  <a:srgbClr val="7030A0"/>
                </a:solidFill>
                <a:latin typeface="Montserrat" panose="00000500000000000000" charset="0"/>
                <a:ea typeface="Arial" panose="020B0604020202020204"/>
                <a:cs typeface="Montserrat" panose="00000500000000000000" charset="0"/>
                <a:sym typeface="Arial" panose="020B0604020202020204"/>
              </a:rPr>
              <a:t>Final Project: </a:t>
            </a:r>
            <a:r>
              <a:rPr lang="en-US" altLang="en-US" sz="2800" b="0" i="0" u="none" strike="noStrike" cap="none">
                <a:solidFill>
                  <a:srgbClr val="000000"/>
                </a:solidFill>
                <a:latin typeface="Montserrat" panose="00000500000000000000" charset="0"/>
                <a:ea typeface="Arial" panose="020B0604020202020204"/>
                <a:cs typeface="Montserrat" panose="00000500000000000000" charset="0"/>
                <a:sym typeface="Arial" panose="020B0604020202020204"/>
              </a:rPr>
              <a:t>Paytm Financial Fraud Dataset (51,623 transactions)</a:t>
            </a:r>
            <a:endParaRPr lang="en-US" altLang="en-US" sz="2800" b="0" i="0" u="none" strike="noStrike" cap="none">
              <a:solidFill>
                <a:srgbClr val="000000"/>
              </a:solidFill>
              <a:latin typeface="Montserrat" panose="00000500000000000000" charset="0"/>
              <a:ea typeface="Arial" panose="020B0604020202020204"/>
              <a:cs typeface="Montserrat" panose="00000500000000000000" charset="0"/>
              <a:sym typeface="Arial" panose="020B0604020202020204"/>
            </a:endParaRPr>
          </a:p>
        </p:txBody>
      </p:sp>
      <p:sp>
        <p:nvSpPr>
          <p:cNvPr id="97" name="Google Shape;97;p15"/>
          <p:cNvSpPr txBox="1"/>
          <p:nvPr>
            <p:ph type="sldNum" idx="12"/>
          </p:nvPr>
        </p:nvSpPr>
        <p:spPr>
          <a:xfrm>
            <a:off x="11296611" y="6014423"/>
            <a:ext cx="731600" cy="524800"/>
          </a:xfrm>
          <a:prstGeom prst="rect">
            <a:avLst/>
          </a:prstGeom>
          <a:no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panose="020B0604020202020204"/>
              <a:buNone/>
            </a:pPr>
            <a:fld id="{00000000-1234-1234-1234-123412341234}" type="slidenum">
              <a:rPr lang="en-US"/>
            </a:fld>
            <a:endParaRPr lang="en-US"/>
          </a:p>
        </p:txBody>
      </p:sp>
      <p:sp>
        <p:nvSpPr>
          <p:cNvPr id="2" name="Google Shape;96;p15"/>
          <p:cNvSpPr txBox="1"/>
          <p:nvPr/>
        </p:nvSpPr>
        <p:spPr>
          <a:xfrm>
            <a:off x="3506470" y="4797425"/>
            <a:ext cx="5049520" cy="645795"/>
          </a:xfrm>
          <a:prstGeom prst="rect">
            <a:avLst/>
          </a:prstGeom>
          <a:noFill/>
          <a:ln>
            <a:noFill/>
          </a:ln>
        </p:spPr>
        <p:txBody>
          <a:bodyPr spcFirstLastPara="1" wrap="square" lIns="91425" tIns="45700" rIns="91425" bIns="45700" anchor="t" anchorCtr="0">
            <a:noAutofit/>
          </a:bodyPr>
          <a:lstStyle/>
          <a:p>
            <a:pPr marL="0" marR="0" lvl="0" indent="0" algn="ctr" rtl="0">
              <a:lnSpc>
                <a:spcPct val="100000"/>
              </a:lnSpc>
              <a:spcBef>
                <a:spcPts val="0"/>
              </a:spcBef>
              <a:spcAft>
                <a:spcPts val="0"/>
              </a:spcAft>
              <a:buClr>
                <a:srgbClr val="000000"/>
              </a:buClr>
              <a:buSzPts val="2800"/>
              <a:buFont typeface="Arial" panose="020B0604020202020204"/>
              <a:buNone/>
            </a:pPr>
            <a:r>
              <a:rPr lang="en-US" altLang="en-US" sz="1800" b="0" i="0" u="none" strike="noStrike" cap="none">
                <a:solidFill>
                  <a:srgbClr val="000000"/>
                </a:solidFill>
                <a:latin typeface="Montserrat" panose="00000500000000000000" charset="0"/>
                <a:ea typeface="Arial" panose="020B0604020202020204"/>
                <a:cs typeface="Montserrat" panose="00000500000000000000" charset="0"/>
                <a:sym typeface="Arial" panose="020B0604020202020204"/>
              </a:rPr>
              <a:t>Presented By : Shraddha Tiwari</a:t>
            </a:r>
            <a:endParaRPr lang="en-US" altLang="en-US" sz="1800" b="0" i="0" u="none" strike="noStrike" cap="none">
              <a:solidFill>
                <a:srgbClr val="000000"/>
              </a:solidFill>
              <a:latin typeface="Montserrat" panose="00000500000000000000" charset="0"/>
              <a:ea typeface="Arial" panose="020B0604020202020204"/>
              <a:cs typeface="Montserrat" panose="00000500000000000000" charset="0"/>
              <a:sym typeface="Arial" panose="020B0604020202020204"/>
            </a:endParaRP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03" name="Shape 103"/>
        <p:cNvGrpSpPr/>
        <p:nvPr/>
      </p:nvGrpSpPr>
      <p:grpSpPr>
        <a:xfrm>
          <a:off x="0" y="0"/>
          <a:ext cx="0" cy="0"/>
          <a:chOff x="0" y="0"/>
          <a:chExt cx="0" cy="0"/>
        </a:xfrm>
      </p:grpSpPr>
      <p:sp>
        <p:nvSpPr>
          <p:cNvPr id="104" name="Google Shape;104;p16"/>
          <p:cNvSpPr txBox="1"/>
          <p:nvPr/>
        </p:nvSpPr>
        <p:spPr>
          <a:xfrm>
            <a:off x="191346" y="836761"/>
            <a:ext cx="11656800" cy="719455"/>
          </a:xfrm>
          <a:prstGeom prst="rect">
            <a:avLst/>
          </a:prstGeom>
          <a:noFill/>
          <a:ln>
            <a:noFill/>
          </a:ln>
        </p:spPr>
        <p:txBody>
          <a:bodyPr spcFirstLastPara="1" wrap="square" lIns="105100" tIns="52525" rIns="105100" bIns="52525" anchor="t" anchorCtr="0">
            <a:spAutoFit/>
          </a:bodyPr>
          <a:lstStyle/>
          <a:p>
            <a:pPr marL="0" marR="0" lvl="0" indent="0" algn="l" rtl="0">
              <a:lnSpc>
                <a:spcPct val="100000"/>
              </a:lnSpc>
              <a:spcBef>
                <a:spcPts val="0"/>
              </a:spcBef>
              <a:spcAft>
                <a:spcPts val="0"/>
              </a:spcAft>
              <a:buClr>
                <a:srgbClr val="000000"/>
              </a:buClr>
              <a:buSzPts val="3533"/>
              <a:buFont typeface="Arial" panose="020B0604020202020204"/>
              <a:buNone/>
            </a:pPr>
            <a:r>
              <a:rPr lang="en-US" sz="4000" b="1" i="0" u="none" strike="noStrike" cap="none">
                <a:solidFill>
                  <a:schemeClr val="dk1"/>
                </a:solidFill>
                <a:latin typeface="Montserrat" panose="00000500000000000000" charset="0"/>
                <a:ea typeface="Arial" panose="020B0604020202020204"/>
                <a:cs typeface="Montserrat" panose="00000500000000000000" charset="0"/>
                <a:sym typeface="Arial" panose="020B0604020202020204"/>
              </a:rPr>
              <a:t>Problem Statement</a:t>
            </a:r>
            <a:endParaRPr sz="4000" b="1" i="0" u="none" strike="noStrike" cap="none">
              <a:solidFill>
                <a:schemeClr val="dk1"/>
              </a:solidFill>
              <a:latin typeface="Montserrat" panose="00000500000000000000" charset="0"/>
              <a:ea typeface="Arial" panose="020B0604020202020204"/>
              <a:cs typeface="Montserrat" panose="00000500000000000000" charset="0"/>
              <a:sym typeface="Arial" panose="020B0604020202020204"/>
            </a:endParaRPr>
          </a:p>
        </p:txBody>
      </p:sp>
      <p:sp>
        <p:nvSpPr>
          <p:cNvPr id="105" name="Google Shape;105;p16"/>
          <p:cNvSpPr txBox="1"/>
          <p:nvPr/>
        </p:nvSpPr>
        <p:spPr>
          <a:xfrm>
            <a:off x="318770" y="1718945"/>
            <a:ext cx="11679555" cy="4859020"/>
          </a:xfrm>
          <a:prstGeom prst="rect">
            <a:avLst/>
          </a:prstGeom>
          <a:noFill/>
          <a:ln>
            <a:noFill/>
          </a:ln>
        </p:spPr>
        <p:txBody>
          <a:bodyPr spcFirstLastPara="1" wrap="square" lIns="121900" tIns="121900" rIns="121900" bIns="121900" anchor="t" anchorCtr="0">
            <a:spAutoFit/>
          </a:bodyPr>
          <a:lstStyle/>
          <a:p>
            <a:pPr marL="457200" marR="0" lvl="0" indent="0" algn="just" rtl="0">
              <a:lnSpc>
                <a:spcPct val="200000"/>
              </a:lnSpc>
              <a:spcBef>
                <a:spcPts val="1600"/>
              </a:spcBef>
              <a:spcAft>
                <a:spcPts val="0"/>
              </a:spcAft>
              <a:buClr>
                <a:srgbClr val="000000"/>
              </a:buClr>
              <a:buSzPts val="2500"/>
              <a:buFont typeface="Arial" panose="020B0604020202020204"/>
              <a:buNone/>
            </a:pPr>
            <a:r>
              <a:rPr lang="en-US" altLang="en-US" sz="2500" b="0" i="0" u="none" strike="noStrike" cap="none">
                <a:solidFill>
                  <a:srgbClr val="000000"/>
                </a:solidFill>
                <a:latin typeface="Montserrat" panose="00000500000000000000" charset="0"/>
                <a:ea typeface="Arial" panose="020B0604020202020204"/>
                <a:cs typeface="Montserrat" panose="00000500000000000000" charset="0"/>
                <a:sym typeface="Arial" panose="020B0604020202020204"/>
              </a:rPr>
              <a:t>Online payment systems have become widely used due to their convenience and speed. However, the rise in digital transactions has also increased the risk of fraud, where unauthorized users exploit system vulnerabilities. This creates financial losses and reduces user trust. Therefore, an effective system is needed to detect and prevent fraudulent transactions in real time.</a:t>
            </a:r>
            <a:endParaRPr lang="en-US" altLang="en-US" sz="2500" b="0" i="0" u="none" strike="noStrike" cap="none">
              <a:solidFill>
                <a:srgbClr val="000000"/>
              </a:solidFill>
              <a:latin typeface="Montserrat" panose="00000500000000000000" charset="0"/>
              <a:ea typeface="Arial" panose="020B0604020202020204"/>
              <a:cs typeface="Montserrat" panose="00000500000000000000" charset="0"/>
              <a:sym typeface="Arial" panose="020B0604020202020204"/>
            </a:endParaRPr>
          </a:p>
        </p:txBody>
      </p:sp>
      <p:sp>
        <p:nvSpPr>
          <p:cNvPr id="106" name="Google Shape;106;p16"/>
          <p:cNvSpPr txBox="1"/>
          <p:nvPr>
            <p:ph type="sldNum" idx="12"/>
          </p:nvPr>
        </p:nvSpPr>
        <p:spPr>
          <a:xfrm>
            <a:off x="11296611" y="6014423"/>
            <a:ext cx="731600" cy="524800"/>
          </a:xfrm>
          <a:prstGeom prst="rect">
            <a:avLst/>
          </a:prstGeom>
          <a:no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panose="020B0604020202020204"/>
              <a:buNone/>
            </a:pPr>
            <a:fld id="{00000000-1234-1234-1234-123412341234}" type="slidenum">
              <a:rPr lang="en-US"/>
            </a:fld>
            <a:endParaRPr lang="en-US"/>
          </a:p>
        </p:txBody>
      </p:sp>
      <p:sp>
        <p:nvSpPr>
          <p:cNvPr id="107" name="Google Shape;107;p16"/>
          <p:cNvSpPr txBox="1"/>
          <p:nvPr/>
        </p:nvSpPr>
        <p:spPr>
          <a:xfrm>
            <a:off x="169121" y="3541809"/>
            <a:ext cx="11656800" cy="649800"/>
          </a:xfrm>
          <a:prstGeom prst="rect">
            <a:avLst/>
          </a:prstGeom>
          <a:noFill/>
          <a:ln>
            <a:noFill/>
          </a:ln>
        </p:spPr>
        <p:txBody>
          <a:bodyPr spcFirstLastPara="1" wrap="square" lIns="105100" tIns="52525" rIns="105100" bIns="52525" anchor="t" anchorCtr="0">
            <a:spAutoFit/>
          </a:bodyPr>
          <a:lstStyle/>
          <a:p>
            <a:pPr marL="0" marR="0" lvl="0" indent="0" algn="l" rtl="0">
              <a:lnSpc>
                <a:spcPct val="100000"/>
              </a:lnSpc>
              <a:spcBef>
                <a:spcPts val="0"/>
              </a:spcBef>
              <a:spcAft>
                <a:spcPts val="0"/>
              </a:spcAft>
              <a:buClr>
                <a:srgbClr val="000000"/>
              </a:buClr>
              <a:buSzPts val="3533"/>
              <a:buFont typeface="Arial" panose="020B0604020202020204"/>
              <a:buNone/>
            </a:pPr>
            <a:endParaRPr sz="3535" b="0" i="0" u="none" strike="noStrike" cap="none">
              <a:solidFill>
                <a:schemeClr val="dk1"/>
              </a:solidFill>
              <a:latin typeface="Arial" panose="020B0604020202020204"/>
              <a:ea typeface="Arial" panose="020B0604020202020204"/>
              <a:cs typeface="Arial" panose="020B0604020202020204"/>
              <a:sym typeface="Arial" panose="020B0604020202020204"/>
            </a:endParaRP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11" name="Shape 111"/>
        <p:cNvGrpSpPr/>
        <p:nvPr/>
      </p:nvGrpSpPr>
      <p:grpSpPr>
        <a:xfrm>
          <a:off x="0" y="0"/>
          <a:ext cx="0" cy="0"/>
          <a:chOff x="0" y="0"/>
          <a:chExt cx="0" cy="0"/>
        </a:xfrm>
      </p:grpSpPr>
      <p:sp>
        <p:nvSpPr>
          <p:cNvPr id="112" name="Google Shape;112;p17"/>
          <p:cNvSpPr txBox="1"/>
          <p:nvPr/>
        </p:nvSpPr>
        <p:spPr>
          <a:xfrm>
            <a:off x="695325" y="548640"/>
            <a:ext cx="6976745" cy="745490"/>
          </a:xfrm>
          <a:prstGeom prst="rect">
            <a:avLst/>
          </a:prstGeom>
          <a:noFill/>
          <a:ln>
            <a:noFill/>
          </a:ln>
        </p:spPr>
        <p:txBody>
          <a:bodyPr spcFirstLastPara="1" wrap="square" lIns="121900" tIns="121900" rIns="121900" bIns="121900" anchor="t" anchorCtr="0">
            <a:noAutofit/>
          </a:bodyPr>
          <a:lstStyle/>
          <a:p>
            <a:pPr marL="0" marR="0" lvl="0" indent="0" algn="l" rtl="0">
              <a:lnSpc>
                <a:spcPct val="100000"/>
              </a:lnSpc>
              <a:spcBef>
                <a:spcPts val="0"/>
              </a:spcBef>
              <a:spcAft>
                <a:spcPts val="0"/>
              </a:spcAft>
              <a:buClr>
                <a:srgbClr val="000000"/>
              </a:buClr>
              <a:buSzPts val="3533"/>
              <a:buFont typeface="Arial" panose="020B0604020202020204"/>
              <a:buNone/>
            </a:pPr>
            <a:r>
              <a:rPr lang="en-US" sz="3000" b="1" i="0" u="none" strike="noStrike" cap="none">
                <a:solidFill>
                  <a:schemeClr val="dk1"/>
                </a:solidFill>
                <a:latin typeface="Montserrat" panose="00000500000000000000" charset="0"/>
                <a:ea typeface="Arial" panose="020B0604020202020204"/>
                <a:cs typeface="Montserrat" panose="00000500000000000000" charset="0"/>
                <a:sym typeface="Arial" panose="020B0604020202020204"/>
              </a:rPr>
              <a:t>Key Objectives</a:t>
            </a:r>
            <a:endParaRPr lang="en-US" sz="3000" b="1" i="0" u="none" strike="noStrike" cap="none">
              <a:solidFill>
                <a:schemeClr val="dk1"/>
              </a:solidFill>
              <a:latin typeface="Montserrat" panose="00000500000000000000" charset="0"/>
              <a:ea typeface="Arial" panose="020B0604020202020204"/>
              <a:cs typeface="Montserrat" panose="00000500000000000000" charset="0"/>
              <a:sym typeface="Arial" panose="020B0604020202020204"/>
            </a:endParaRPr>
          </a:p>
        </p:txBody>
      </p:sp>
      <p:sp>
        <p:nvSpPr>
          <p:cNvPr id="113" name="Google Shape;113;p17"/>
          <p:cNvSpPr txBox="1"/>
          <p:nvPr/>
        </p:nvSpPr>
        <p:spPr>
          <a:xfrm>
            <a:off x="767244" y="1053110"/>
            <a:ext cx="10835100" cy="5012690"/>
          </a:xfrm>
          <a:prstGeom prst="rect">
            <a:avLst/>
          </a:prstGeom>
          <a:noFill/>
          <a:ln>
            <a:noFill/>
          </a:ln>
        </p:spPr>
        <p:txBody>
          <a:bodyPr spcFirstLastPara="1" wrap="square" lIns="121900" tIns="121900" rIns="121900" bIns="121900" anchor="t" anchorCtr="0">
            <a:spAutoFit/>
          </a:bodyPr>
          <a:lstStyle/>
          <a:p>
            <a:pPr marL="457200" marR="0" lvl="0" indent="-368300" algn="l" rtl="0">
              <a:lnSpc>
                <a:spcPct val="150000"/>
              </a:lnSpc>
              <a:spcBef>
                <a:spcPts val="1600"/>
              </a:spcBef>
              <a:spcAft>
                <a:spcPts val="0"/>
              </a:spcAft>
              <a:buClr>
                <a:schemeClr val="dk1"/>
              </a:buClr>
              <a:buSzPts val="2200"/>
              <a:buFont typeface="Montserrat" panose="00000500000000000000"/>
              <a:buChar char="●"/>
            </a:pPr>
            <a:r>
              <a:rPr lang="en-US" altLang="en-US" sz="2000" b="1" i="0" u="none" strike="noStrike" cap="none">
                <a:solidFill>
                  <a:schemeClr val="dk1"/>
                </a:solidFill>
                <a:latin typeface="Montserrat" panose="00000500000000000000" charset="0"/>
                <a:ea typeface="Arial" panose="020B0604020202020204"/>
                <a:cs typeface="Montserrat" panose="00000500000000000000" charset="0"/>
                <a:sym typeface="Arial" panose="020B0604020202020204"/>
              </a:rPr>
              <a:t>Detect Fraud Accurately</a:t>
            </a:r>
            <a:r>
              <a:rPr lang="en-US" sz="2000" b="0" i="0" u="none" strike="noStrike" cap="none">
                <a:solidFill>
                  <a:schemeClr val="dk1"/>
                </a:solidFill>
                <a:latin typeface="Montserrat" panose="00000500000000000000" charset="0"/>
                <a:ea typeface="Arial" panose="020B0604020202020204"/>
                <a:cs typeface="Montserrat" panose="00000500000000000000" charset="0"/>
                <a:sym typeface="Arial" panose="020B0604020202020204"/>
              </a:rPr>
              <a:t>: </a:t>
            </a:r>
            <a:r>
              <a:rPr lang="en-US" altLang="en-US" sz="2000">
                <a:solidFill>
                  <a:schemeClr val="dk1"/>
                </a:solidFill>
                <a:latin typeface="Montserrat" panose="00000500000000000000" charset="0"/>
                <a:cs typeface="Montserrat" panose="00000500000000000000" charset="0"/>
                <a:sym typeface="Arial" panose="020B0604020202020204"/>
              </a:rPr>
              <a:t>Build models to precisely identify fraudulent transactions using patterns, anomalies, and user behavior from historical payment data.</a:t>
            </a:r>
            <a:endParaRPr lang="en-US" altLang="en-US" sz="2000">
              <a:solidFill>
                <a:schemeClr val="dk1"/>
              </a:solidFill>
              <a:latin typeface="Montserrat" panose="00000500000000000000" charset="0"/>
              <a:cs typeface="Montserrat" panose="00000500000000000000" charset="0"/>
              <a:sym typeface="Arial" panose="020B0604020202020204"/>
            </a:endParaRPr>
          </a:p>
          <a:p>
            <a:pPr marL="457200" marR="0" lvl="0" indent="-368300" algn="l" rtl="0">
              <a:lnSpc>
                <a:spcPct val="150000"/>
              </a:lnSpc>
              <a:spcBef>
                <a:spcPts val="1600"/>
              </a:spcBef>
              <a:spcAft>
                <a:spcPts val="0"/>
              </a:spcAft>
              <a:buClr>
                <a:schemeClr val="dk1"/>
              </a:buClr>
              <a:buSzPts val="2200"/>
              <a:buFont typeface="Montserrat" panose="00000500000000000000"/>
              <a:buChar char="●"/>
            </a:pPr>
            <a:r>
              <a:rPr lang="en-US" altLang="en-US" sz="2000" b="1">
                <a:solidFill>
                  <a:schemeClr val="dk1"/>
                </a:solidFill>
                <a:latin typeface="Montserrat" panose="00000500000000000000" charset="0"/>
                <a:cs typeface="Montserrat" panose="00000500000000000000" charset="0"/>
                <a:sym typeface="Arial" panose="020B0604020202020204"/>
              </a:rPr>
              <a:t>Compare Multiple Models</a:t>
            </a:r>
            <a:r>
              <a:rPr lang="en-US" sz="2000">
                <a:solidFill>
                  <a:schemeClr val="dk1"/>
                </a:solidFill>
                <a:latin typeface="Montserrat" panose="00000500000000000000" charset="0"/>
                <a:cs typeface="Montserrat" panose="00000500000000000000" charset="0"/>
                <a:sym typeface="Arial" panose="020B0604020202020204"/>
              </a:rPr>
              <a:t>: </a:t>
            </a:r>
            <a:r>
              <a:rPr lang="en-US" altLang="en-US" sz="2000" b="0" i="0" u="none" strike="noStrike" cap="none">
                <a:solidFill>
                  <a:schemeClr val="dk1"/>
                </a:solidFill>
                <a:latin typeface="Montserrat" panose="00000500000000000000" charset="0"/>
                <a:ea typeface="Arial" panose="020B0604020202020204"/>
                <a:cs typeface="Montserrat" panose="00000500000000000000" charset="0"/>
                <a:sym typeface="Arial" panose="020B0604020202020204"/>
              </a:rPr>
              <a:t>Evaluate algorithms like Logistic Regression, Decision Tree, and Random Forest to select the most effective fraud detection model.</a:t>
            </a:r>
            <a:endParaRPr lang="en-US" altLang="en-US" sz="2000" b="0" i="0" u="none" strike="noStrike" cap="none">
              <a:solidFill>
                <a:schemeClr val="dk1"/>
              </a:solidFill>
              <a:latin typeface="Montserrat" panose="00000500000000000000" charset="0"/>
              <a:ea typeface="Arial" panose="020B0604020202020204"/>
              <a:cs typeface="Montserrat" panose="00000500000000000000" charset="0"/>
              <a:sym typeface="Arial" panose="020B0604020202020204"/>
            </a:endParaRPr>
          </a:p>
          <a:p>
            <a:pPr marL="457200" marR="0" lvl="0" indent="-368300" algn="l" rtl="0">
              <a:lnSpc>
                <a:spcPct val="150000"/>
              </a:lnSpc>
              <a:spcBef>
                <a:spcPts val="1600"/>
              </a:spcBef>
              <a:spcAft>
                <a:spcPts val="0"/>
              </a:spcAft>
              <a:buClr>
                <a:schemeClr val="dk1"/>
              </a:buClr>
              <a:buSzPts val="2200"/>
              <a:buFont typeface="Montserrat" panose="00000500000000000000"/>
              <a:buChar char="●"/>
            </a:pPr>
            <a:r>
              <a:rPr lang="en-US" altLang="en-US" sz="2000" b="1" i="0" u="none" strike="noStrike" cap="none">
                <a:solidFill>
                  <a:schemeClr val="dk1"/>
                </a:solidFill>
                <a:latin typeface="Montserrat" panose="00000500000000000000" charset="0"/>
                <a:ea typeface="Arial" panose="020B0604020202020204"/>
                <a:cs typeface="Montserrat" panose="00000500000000000000" charset="0"/>
                <a:sym typeface="Arial" panose="020B0604020202020204"/>
              </a:rPr>
              <a:t>Optimize Performance</a:t>
            </a:r>
            <a:r>
              <a:rPr lang="en-US" sz="2000" b="0" i="0" u="none" strike="noStrike" cap="none">
                <a:solidFill>
                  <a:schemeClr val="dk1"/>
                </a:solidFill>
                <a:latin typeface="Montserrat" panose="00000500000000000000" charset="0"/>
                <a:ea typeface="Arial" panose="020B0604020202020204"/>
                <a:cs typeface="Montserrat" panose="00000500000000000000" charset="0"/>
                <a:sym typeface="Arial" panose="020B0604020202020204"/>
              </a:rPr>
              <a:t>: </a:t>
            </a:r>
            <a:r>
              <a:rPr lang="en-US" altLang="en-US" sz="2000" b="0" i="0" u="none" strike="noStrike" cap="none">
                <a:solidFill>
                  <a:schemeClr val="dk1"/>
                </a:solidFill>
                <a:latin typeface="Montserrat" panose="00000500000000000000" charset="0"/>
                <a:ea typeface="Arial" panose="020B0604020202020204"/>
                <a:cs typeface="Montserrat" panose="00000500000000000000" charset="0"/>
                <a:sym typeface="Arial" panose="020B0604020202020204"/>
              </a:rPr>
              <a:t>Tune hyperparameters and improve model accuracy, precision, recall, and F1-score to ensure reliable and efficient fraud detection.</a:t>
            </a:r>
            <a:endParaRPr lang="en-US" altLang="en-US" sz="2000" b="0" i="0" u="none" strike="noStrike" cap="none">
              <a:solidFill>
                <a:schemeClr val="dk1"/>
              </a:solidFill>
              <a:latin typeface="Montserrat" panose="00000500000000000000" charset="0"/>
              <a:ea typeface="Arial" panose="020B0604020202020204"/>
              <a:cs typeface="Montserrat" panose="00000500000000000000" charset="0"/>
              <a:sym typeface="Arial" panose="020B0604020202020204"/>
            </a:endParaRPr>
          </a:p>
          <a:p>
            <a:pPr marL="457200" marR="0" lvl="0" indent="0" algn="l" rtl="0">
              <a:lnSpc>
                <a:spcPct val="150000"/>
              </a:lnSpc>
              <a:spcBef>
                <a:spcPts val="1600"/>
              </a:spcBef>
              <a:spcAft>
                <a:spcPts val="0"/>
              </a:spcAft>
              <a:buClr>
                <a:srgbClr val="000000"/>
              </a:buClr>
              <a:buSzPts val="2200"/>
              <a:buFont typeface="Arial" panose="020B0604020202020204"/>
              <a:buNone/>
            </a:pPr>
            <a:endParaRPr sz="2000" b="0" i="0" u="none" strike="noStrike" cap="none">
              <a:solidFill>
                <a:schemeClr val="dk1"/>
              </a:solidFill>
              <a:latin typeface="Montserrat" panose="00000500000000000000" charset="0"/>
              <a:ea typeface="Arial" panose="020B0604020202020204"/>
              <a:cs typeface="Montserrat" panose="00000500000000000000" charset="0"/>
              <a:sym typeface="Arial" panose="020B0604020202020204"/>
            </a:endParaRPr>
          </a:p>
        </p:txBody>
      </p:sp>
      <p:sp>
        <p:nvSpPr>
          <p:cNvPr id="114" name="Google Shape;114;p17"/>
          <p:cNvSpPr txBox="1"/>
          <p:nvPr>
            <p:ph type="sldNum" idx="12"/>
          </p:nvPr>
        </p:nvSpPr>
        <p:spPr>
          <a:xfrm>
            <a:off x="11296611" y="6014423"/>
            <a:ext cx="731600" cy="524800"/>
          </a:xfrm>
          <a:prstGeom prst="rect">
            <a:avLst/>
          </a:prstGeom>
          <a:no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panose="020B0604020202020204"/>
              <a:buNone/>
            </a:pPr>
            <a:fld id="{00000000-1234-1234-1234-123412341234}" type="slidenum">
              <a:rPr lang="en-US"/>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18" name="Shape 118"/>
        <p:cNvGrpSpPr/>
        <p:nvPr/>
      </p:nvGrpSpPr>
      <p:grpSpPr>
        <a:xfrm>
          <a:off x="0" y="0"/>
          <a:ext cx="0" cy="0"/>
          <a:chOff x="0" y="0"/>
          <a:chExt cx="0" cy="0"/>
        </a:xfrm>
      </p:grpSpPr>
      <p:sp>
        <p:nvSpPr>
          <p:cNvPr id="119" name="Google Shape;119;p18"/>
          <p:cNvSpPr/>
          <p:nvPr/>
        </p:nvSpPr>
        <p:spPr>
          <a:xfrm>
            <a:off x="1286561" y="709742"/>
            <a:ext cx="7373961" cy="1200329"/>
          </a:xfrm>
          <a:prstGeom prst="rect">
            <a:avLst/>
          </a:prstGeom>
          <a:noFill/>
          <a:ln>
            <a:noFill/>
          </a:ln>
        </p:spPr>
        <p:txBody>
          <a:bodyPr spcFirstLastPara="1" wrap="square" lIns="91425" tIns="45700" rIns="91425" bIns="45700" anchor="t" anchorCtr="0">
            <a:noAutofit/>
          </a:bodyPr>
          <a:lstStyle/>
          <a:p>
            <a:pPr marL="0" marR="0" lvl="0" indent="0" algn="l" rtl="0">
              <a:lnSpc>
                <a:spcPct val="100000"/>
              </a:lnSpc>
              <a:spcBef>
                <a:spcPts val="0"/>
              </a:spcBef>
              <a:spcAft>
                <a:spcPts val="0"/>
              </a:spcAft>
              <a:buClr>
                <a:srgbClr val="000000"/>
              </a:buClr>
              <a:buSzPts val="2400"/>
              <a:buFont typeface="Arial" panose="020B0604020202020204"/>
              <a:buNone/>
            </a:pPr>
            <a:br>
              <a:rPr lang="en-US" sz="2400" b="0" i="0" u="none" strike="noStrike" cap="none">
                <a:solidFill>
                  <a:schemeClr val="dk1"/>
                </a:solidFill>
                <a:latin typeface="Calibri" panose="020F0502020204030204"/>
                <a:ea typeface="Calibri" panose="020F0502020204030204"/>
                <a:cs typeface="Calibri" panose="020F0502020204030204"/>
                <a:sym typeface="Calibri" panose="020F0502020204030204"/>
              </a:rPr>
            </a:br>
            <a:endParaRPr sz="2400" b="0" i="0" u="none" strike="noStrike" cap="none">
              <a:solidFill>
                <a:schemeClr val="dk1"/>
              </a:solidFill>
              <a:latin typeface="Calibri" panose="020F0502020204030204"/>
              <a:ea typeface="Calibri" panose="020F0502020204030204"/>
              <a:cs typeface="Calibri" panose="020F0502020204030204"/>
              <a:sym typeface="Calibri" panose="020F0502020204030204"/>
            </a:endParaRPr>
          </a:p>
          <a:p>
            <a:pPr marL="0" marR="0" lvl="0" indent="0" algn="l" rtl="0">
              <a:lnSpc>
                <a:spcPct val="100000"/>
              </a:lnSpc>
              <a:spcBef>
                <a:spcPts val="0"/>
              </a:spcBef>
              <a:spcAft>
                <a:spcPts val="0"/>
              </a:spcAft>
              <a:buClr>
                <a:srgbClr val="000000"/>
              </a:buClr>
              <a:buSzPts val="2400"/>
              <a:buFont typeface="Arial" panose="020B0604020202020204"/>
              <a:buNone/>
            </a:pPr>
            <a:endParaRPr sz="2400" b="1" i="0" u="none" strike="noStrike" cap="none">
              <a:solidFill>
                <a:schemeClr val="dk1"/>
              </a:solidFill>
              <a:latin typeface="Calibri" panose="020F0502020204030204"/>
              <a:ea typeface="Calibri" panose="020F0502020204030204"/>
              <a:cs typeface="Calibri" panose="020F0502020204030204"/>
              <a:sym typeface="Calibri" panose="020F0502020204030204"/>
            </a:endParaRPr>
          </a:p>
        </p:txBody>
      </p:sp>
      <p:sp>
        <p:nvSpPr>
          <p:cNvPr id="120" name="Google Shape;120;p18"/>
          <p:cNvSpPr txBox="1"/>
          <p:nvPr/>
        </p:nvSpPr>
        <p:spPr>
          <a:xfrm>
            <a:off x="349946" y="477135"/>
            <a:ext cx="11472000" cy="704215"/>
          </a:xfrm>
          <a:prstGeom prst="rect">
            <a:avLst/>
          </a:prstGeom>
          <a:noFill/>
          <a:ln>
            <a:noFill/>
          </a:ln>
        </p:spPr>
        <p:txBody>
          <a:bodyPr spcFirstLastPara="1" wrap="square" lIns="121900" tIns="121900" rIns="121900" bIns="121900" anchor="ctr" anchorCtr="0">
            <a:spAutoFit/>
          </a:bodyPr>
          <a:lstStyle/>
          <a:p>
            <a:pPr marL="0" marR="0" lvl="0" indent="0" algn="l" rtl="0">
              <a:lnSpc>
                <a:spcPct val="100000"/>
              </a:lnSpc>
              <a:spcBef>
                <a:spcPts val="0"/>
              </a:spcBef>
              <a:spcAft>
                <a:spcPts val="0"/>
              </a:spcAft>
              <a:buClr>
                <a:srgbClr val="000000"/>
              </a:buClr>
              <a:buSzPts val="3500"/>
              <a:buFont typeface="Arial" panose="020B0604020202020204"/>
              <a:buNone/>
            </a:pPr>
            <a:r>
              <a:rPr lang="en-US" sz="3000" b="1" i="0" u="none" strike="noStrike" cap="none">
                <a:solidFill>
                  <a:srgbClr val="000000"/>
                </a:solidFill>
                <a:latin typeface="Montserrat" panose="00000500000000000000" charset="0"/>
                <a:ea typeface="Arial" panose="020B0604020202020204"/>
                <a:cs typeface="Montserrat" panose="00000500000000000000" charset="0"/>
                <a:sym typeface="Arial" panose="020B0604020202020204"/>
              </a:rPr>
              <a:t>Exploratory Data Analysis</a:t>
            </a:r>
            <a:endParaRPr lang="en-US" sz="3000" b="1" i="0" u="none" strike="noStrike" cap="none">
              <a:solidFill>
                <a:srgbClr val="000000"/>
              </a:solidFill>
              <a:latin typeface="Montserrat" panose="00000500000000000000" charset="0"/>
              <a:ea typeface="Arial" panose="020B0604020202020204"/>
              <a:cs typeface="Montserrat" panose="00000500000000000000" charset="0"/>
              <a:sym typeface="Arial" panose="020B0604020202020204"/>
            </a:endParaRPr>
          </a:p>
        </p:txBody>
      </p:sp>
      <p:sp>
        <p:nvSpPr>
          <p:cNvPr id="121" name="Google Shape;121;p18"/>
          <p:cNvSpPr/>
          <p:nvPr/>
        </p:nvSpPr>
        <p:spPr>
          <a:xfrm>
            <a:off x="407035" y="1052830"/>
            <a:ext cx="6397625" cy="2081530"/>
          </a:xfrm>
          <a:prstGeom prst="rect">
            <a:avLst/>
          </a:prstGeom>
          <a:noFill/>
          <a:ln>
            <a:noFill/>
          </a:ln>
        </p:spPr>
        <p:txBody>
          <a:bodyPr spcFirstLastPara="1" wrap="square" lIns="91425" tIns="45700" rIns="91425" bIns="45700" anchor="t" anchorCtr="0">
            <a:noAutofit/>
          </a:bodyPr>
          <a:lstStyle/>
          <a:p>
            <a:pPr marL="0" marR="0" lvl="0" indent="0" algn="l" rtl="0">
              <a:lnSpc>
                <a:spcPct val="150000"/>
              </a:lnSpc>
              <a:spcBef>
                <a:spcPts val="0"/>
              </a:spcBef>
              <a:spcAft>
                <a:spcPts val="0"/>
              </a:spcAft>
              <a:buClr>
                <a:srgbClr val="000000"/>
              </a:buClr>
              <a:buSzPts val="1900"/>
              <a:buFont typeface="Arial" panose="020B0604020202020204"/>
              <a:buNone/>
            </a:pPr>
            <a:r>
              <a:rPr lang="en-US" altLang="en-US" sz="1800" b="0" i="0" u="none" strike="noStrike" cap="none">
                <a:solidFill>
                  <a:schemeClr val="dk1"/>
                </a:solidFill>
                <a:latin typeface="Montserrat" panose="00000500000000000000" charset="0"/>
                <a:ea typeface="Arial" panose="020B0604020202020204"/>
                <a:cs typeface="Montserrat" panose="00000500000000000000" charset="0"/>
                <a:sym typeface="Arial" panose="020B0604020202020204"/>
              </a:rPr>
              <a:t>The Paytm dataset contains mobile money transactions with 10 columns. The target column 'isFraud' marks fraudulent transactions. Key features include transaction amount, type, and sender/receiver balance changes.</a:t>
            </a:r>
            <a:endParaRPr lang="en-US" altLang="en-US" sz="1800" b="0" i="0" u="none" strike="noStrike" cap="none">
              <a:solidFill>
                <a:schemeClr val="dk1"/>
              </a:solidFill>
              <a:latin typeface="Montserrat" panose="00000500000000000000" charset="0"/>
              <a:ea typeface="Arial" panose="020B0604020202020204"/>
              <a:cs typeface="Montserrat" panose="00000500000000000000" charset="0"/>
              <a:sym typeface="Arial" panose="020B0604020202020204"/>
            </a:endParaRPr>
          </a:p>
          <a:p>
            <a:pPr marL="285750" marR="0" lvl="0" indent="-285750" algn="l" rtl="0">
              <a:lnSpc>
                <a:spcPct val="150000"/>
              </a:lnSpc>
              <a:spcBef>
                <a:spcPts val="0"/>
              </a:spcBef>
              <a:spcAft>
                <a:spcPts val="0"/>
              </a:spcAft>
              <a:buClr>
                <a:srgbClr val="000000"/>
              </a:buClr>
              <a:buSzPts val="1900"/>
              <a:buFont typeface="Arial" panose="020B0604020202020204" pitchFamily="34" charset="0"/>
              <a:buChar char="•"/>
            </a:pPr>
            <a:r>
              <a:rPr lang="en-US" altLang="en-US" sz="1800">
                <a:solidFill>
                  <a:schemeClr val="dk1"/>
                </a:solidFill>
                <a:latin typeface="Montserrat" panose="00000500000000000000" charset="0"/>
                <a:cs typeface="Montserrat" panose="00000500000000000000" charset="0"/>
                <a:sym typeface="Calibri" panose="020F0502020204030204"/>
              </a:rPr>
              <a:t>51,623 total transactions (rows)</a:t>
            </a:r>
            <a:endParaRPr lang="en-US" altLang="en-US" sz="1800" b="0" i="0" u="none" strike="noStrike" cap="none">
              <a:solidFill>
                <a:schemeClr val="dk1"/>
              </a:solidFill>
              <a:latin typeface="Montserrat" panose="00000500000000000000" charset="0"/>
              <a:cs typeface="Montserrat" panose="00000500000000000000" charset="0"/>
              <a:sym typeface="Calibri" panose="020F0502020204030204"/>
            </a:endParaRPr>
          </a:p>
          <a:p>
            <a:pPr marL="285750" marR="0" lvl="0" indent="-285750" algn="l" rtl="0">
              <a:lnSpc>
                <a:spcPct val="150000"/>
              </a:lnSpc>
              <a:spcBef>
                <a:spcPts val="0"/>
              </a:spcBef>
              <a:spcAft>
                <a:spcPts val="0"/>
              </a:spcAft>
              <a:buClr>
                <a:srgbClr val="000000"/>
              </a:buClr>
              <a:buSzPts val="1900"/>
              <a:buFont typeface="Arial" panose="020B0604020202020204" pitchFamily="34" charset="0"/>
              <a:buChar char="•"/>
            </a:pPr>
            <a:r>
              <a:rPr lang="en-US" altLang="en-US" sz="1800" b="0" i="0" u="none" strike="noStrike" cap="none">
                <a:solidFill>
                  <a:schemeClr val="dk1"/>
                </a:solidFill>
                <a:latin typeface="Montserrat" panose="00000500000000000000" charset="0"/>
                <a:cs typeface="Montserrat" panose="00000500000000000000" charset="0"/>
                <a:sym typeface="Calibri" panose="020F0502020204030204"/>
              </a:rPr>
              <a:t>10 columns: step, type, amount, nameOrig, oldbalanceOrg,</a:t>
            </a:r>
            <a:endParaRPr lang="en-US" altLang="en-US" sz="1800" b="0" i="0" u="none" strike="noStrike" cap="none">
              <a:solidFill>
                <a:schemeClr val="dk1"/>
              </a:solidFill>
              <a:latin typeface="Montserrat" panose="00000500000000000000" charset="0"/>
              <a:cs typeface="Montserrat" panose="00000500000000000000" charset="0"/>
              <a:sym typeface="Calibri" panose="020F0502020204030204"/>
            </a:endParaRPr>
          </a:p>
          <a:p>
            <a:pPr marL="285750" marR="0" lvl="0" indent="-285750" algn="l" rtl="0">
              <a:lnSpc>
                <a:spcPct val="150000"/>
              </a:lnSpc>
              <a:spcBef>
                <a:spcPts val="0"/>
              </a:spcBef>
              <a:spcAft>
                <a:spcPts val="0"/>
              </a:spcAft>
              <a:buClr>
                <a:srgbClr val="000000"/>
              </a:buClr>
              <a:buSzPts val="1900"/>
              <a:buFont typeface="Arial" panose="020B0604020202020204" pitchFamily="34" charset="0"/>
              <a:buChar char="•"/>
            </a:pPr>
            <a:r>
              <a:rPr lang="en-US" altLang="en-US" sz="1800" b="0" i="0" u="none" strike="noStrike" cap="none">
                <a:solidFill>
                  <a:schemeClr val="dk1"/>
                </a:solidFill>
                <a:latin typeface="Montserrat" panose="00000500000000000000" charset="0"/>
                <a:cs typeface="Montserrat" panose="00000500000000000000" charset="0"/>
                <a:sym typeface="Calibri" panose="020F0502020204030204"/>
              </a:rPr>
              <a:t>newbalanceOrig, nameDest, oldbalanceDest, newbalanceDest, isFraud</a:t>
            </a:r>
            <a:endParaRPr lang="en-US" altLang="en-US" sz="1800" b="0" i="0" u="none" strike="noStrike" cap="none">
              <a:solidFill>
                <a:schemeClr val="dk1"/>
              </a:solidFill>
              <a:latin typeface="Montserrat" panose="00000500000000000000" charset="0"/>
              <a:cs typeface="Montserrat" panose="00000500000000000000" charset="0"/>
              <a:sym typeface="Calibri" panose="020F0502020204030204"/>
            </a:endParaRPr>
          </a:p>
          <a:p>
            <a:pPr marL="285750" marR="0" lvl="0" indent="-285750" algn="l" rtl="0">
              <a:lnSpc>
                <a:spcPct val="150000"/>
              </a:lnSpc>
              <a:spcBef>
                <a:spcPts val="0"/>
              </a:spcBef>
              <a:spcAft>
                <a:spcPts val="0"/>
              </a:spcAft>
              <a:buClr>
                <a:srgbClr val="000000"/>
              </a:buClr>
              <a:buSzPts val="1900"/>
              <a:buFont typeface="Arial" panose="020B0604020202020204" pitchFamily="34" charset="0"/>
              <a:buChar char="•"/>
            </a:pPr>
            <a:r>
              <a:rPr lang="en-US" altLang="en-US" sz="1800" b="0" i="0" u="none" strike="noStrike" cap="none">
                <a:solidFill>
                  <a:schemeClr val="dk1"/>
                </a:solidFill>
                <a:latin typeface="Montserrat" panose="00000500000000000000" charset="0"/>
                <a:cs typeface="Montserrat" panose="00000500000000000000" charset="0"/>
                <a:sym typeface="Calibri" panose="020F0502020204030204"/>
              </a:rPr>
              <a:t>5 types: PAYMENT, CASH_OUT, CASH_IN, TRANSFER, DEBIT</a:t>
            </a:r>
            <a:endParaRPr lang="en-US" altLang="en-US" sz="1800" b="0" i="0" u="none" strike="noStrike" cap="none">
              <a:solidFill>
                <a:schemeClr val="dk1"/>
              </a:solidFill>
              <a:latin typeface="Montserrat" panose="00000500000000000000" charset="0"/>
              <a:cs typeface="Montserrat" panose="00000500000000000000" charset="0"/>
              <a:sym typeface="Calibri" panose="020F0502020204030204"/>
            </a:endParaRPr>
          </a:p>
          <a:p>
            <a:pPr marL="285750" marR="0" lvl="0" indent="-285750" algn="l" rtl="0">
              <a:lnSpc>
                <a:spcPct val="150000"/>
              </a:lnSpc>
              <a:spcBef>
                <a:spcPts val="0"/>
              </a:spcBef>
              <a:spcAft>
                <a:spcPts val="0"/>
              </a:spcAft>
              <a:buClr>
                <a:srgbClr val="000000"/>
              </a:buClr>
              <a:buSzPts val="1900"/>
              <a:buFont typeface="Arial" panose="020B0604020202020204" pitchFamily="34" charset="0"/>
              <a:buChar char="•"/>
            </a:pPr>
            <a:r>
              <a:rPr lang="en-US" altLang="en-US" sz="1800" b="0" i="0" u="none" strike="noStrike" cap="none">
                <a:solidFill>
                  <a:schemeClr val="dk1"/>
                </a:solidFill>
                <a:latin typeface="Montserrat" panose="00000500000000000000" charset="0"/>
                <a:cs typeface="Montserrat" panose="00000500000000000000" charset="0"/>
                <a:sym typeface="Calibri" panose="020F0502020204030204"/>
              </a:rPr>
              <a:t>Target: isFraud (0 = Legit, 1 = Fraud)</a:t>
            </a:r>
            <a:endParaRPr lang="en-US" altLang="en-US" sz="1800" b="0" i="0" u="none" strike="noStrike" cap="none">
              <a:solidFill>
                <a:schemeClr val="dk1"/>
              </a:solidFill>
              <a:latin typeface="Montserrat" panose="00000500000000000000" charset="0"/>
              <a:cs typeface="Montserrat" panose="00000500000000000000" charset="0"/>
              <a:sym typeface="Calibri" panose="020F0502020204030204"/>
            </a:endParaRPr>
          </a:p>
          <a:p>
            <a:pPr marL="285750" marR="0" lvl="0" indent="-285750" algn="l" rtl="0">
              <a:lnSpc>
                <a:spcPct val="150000"/>
              </a:lnSpc>
              <a:spcBef>
                <a:spcPts val="0"/>
              </a:spcBef>
              <a:spcAft>
                <a:spcPts val="0"/>
              </a:spcAft>
              <a:buClr>
                <a:srgbClr val="000000"/>
              </a:buClr>
              <a:buSzPts val="1900"/>
              <a:buFont typeface="Arial" panose="020B0604020202020204" pitchFamily="34" charset="0"/>
              <a:buChar char="•"/>
            </a:pPr>
            <a:r>
              <a:rPr lang="en-US" altLang="en-US" sz="1800" b="0" i="0" u="none" strike="noStrike" cap="none">
                <a:solidFill>
                  <a:schemeClr val="dk1"/>
                </a:solidFill>
                <a:latin typeface="Montserrat" panose="00000500000000000000" charset="0"/>
                <a:cs typeface="Montserrat" panose="00000500000000000000" charset="0"/>
                <a:sym typeface="Calibri" panose="020F0502020204030204"/>
              </a:rPr>
              <a:t>No missing values — clean dataset</a:t>
            </a:r>
            <a:endParaRPr lang="en-US" altLang="en-US" sz="1800" b="0" i="0" u="none" strike="noStrike" cap="none">
              <a:solidFill>
                <a:schemeClr val="dk1"/>
              </a:solidFill>
              <a:latin typeface="Montserrat" panose="00000500000000000000" charset="0"/>
              <a:cs typeface="Montserrat" panose="00000500000000000000" charset="0"/>
              <a:sym typeface="Calibri" panose="020F0502020204030204"/>
            </a:endParaRPr>
          </a:p>
          <a:p>
            <a:pPr marL="0" marR="0" lvl="0" indent="0" algn="l" rtl="0">
              <a:lnSpc>
                <a:spcPct val="150000"/>
              </a:lnSpc>
              <a:spcBef>
                <a:spcPts val="0"/>
              </a:spcBef>
              <a:spcAft>
                <a:spcPts val="0"/>
              </a:spcAft>
              <a:buClr>
                <a:schemeClr val="dk1"/>
              </a:buClr>
              <a:buSzPts val="1100"/>
              <a:buFont typeface="Arial" panose="020B0604020202020204"/>
              <a:buNone/>
            </a:pPr>
            <a:endParaRPr sz="750" b="0" i="0" u="none" strike="noStrike" cap="none">
              <a:solidFill>
                <a:schemeClr val="dk1"/>
              </a:solidFill>
              <a:highlight>
                <a:srgbClr val="F7F7F7"/>
              </a:highlight>
              <a:latin typeface="Courier New" panose="02070309020205020404"/>
              <a:ea typeface="Courier New" panose="02070309020205020404"/>
              <a:cs typeface="Courier New" panose="02070309020205020404"/>
              <a:sym typeface="Courier New" panose="02070309020205020404"/>
            </a:endParaRPr>
          </a:p>
          <a:p>
            <a:pPr marL="0" marR="0" lvl="0" indent="0" algn="l" rtl="0">
              <a:lnSpc>
                <a:spcPct val="150000"/>
              </a:lnSpc>
              <a:spcBef>
                <a:spcPts val="0"/>
              </a:spcBef>
              <a:spcAft>
                <a:spcPts val="0"/>
              </a:spcAft>
              <a:buClr>
                <a:srgbClr val="000000"/>
              </a:buClr>
              <a:buSzPts val="1033"/>
              <a:buFont typeface="Arial" panose="020B0604020202020204"/>
              <a:buNone/>
            </a:pPr>
            <a:br>
              <a:rPr lang="en-US" sz="1035" b="0" i="0" u="none" strike="noStrike" cap="none">
                <a:solidFill>
                  <a:schemeClr val="dk1"/>
                </a:solidFill>
                <a:latin typeface="Calibri" panose="020F0502020204030204"/>
                <a:ea typeface="Calibri" panose="020F0502020204030204"/>
                <a:cs typeface="Calibri" panose="020F0502020204030204"/>
                <a:sym typeface="Calibri" panose="020F0502020204030204"/>
              </a:rPr>
            </a:br>
            <a:endParaRPr sz="1035" b="0" i="0" u="none" strike="noStrike" cap="none">
              <a:solidFill>
                <a:schemeClr val="dk1"/>
              </a:solidFill>
              <a:latin typeface="Calibri" panose="020F0502020204030204"/>
              <a:ea typeface="Calibri" panose="020F0502020204030204"/>
              <a:cs typeface="Calibri" panose="020F0502020204030204"/>
              <a:sym typeface="Calibri" panose="020F0502020204030204"/>
            </a:endParaRPr>
          </a:p>
          <a:p>
            <a:pPr marL="0" marR="0" lvl="0" indent="0" algn="l" rtl="0">
              <a:lnSpc>
                <a:spcPct val="150000"/>
              </a:lnSpc>
              <a:spcBef>
                <a:spcPts val="0"/>
              </a:spcBef>
              <a:spcAft>
                <a:spcPts val="0"/>
              </a:spcAft>
              <a:buClr>
                <a:srgbClr val="000000"/>
              </a:buClr>
              <a:buSzPts val="1033"/>
              <a:buFont typeface="Arial" panose="020B0604020202020204"/>
              <a:buNone/>
            </a:pPr>
            <a:endParaRPr sz="1035" b="0" i="0" u="none" strike="noStrike" cap="none">
              <a:solidFill>
                <a:schemeClr val="dk1"/>
              </a:solidFill>
              <a:latin typeface="Arial" panose="020B0604020202020204"/>
              <a:ea typeface="Arial" panose="020B0604020202020204"/>
              <a:cs typeface="Arial" panose="020B0604020202020204"/>
              <a:sym typeface="Arial" panose="020B0604020202020204"/>
            </a:endParaRPr>
          </a:p>
          <a:p>
            <a:pPr marL="0" marR="0" lvl="0" indent="0" algn="l" rtl="0">
              <a:lnSpc>
                <a:spcPct val="150000"/>
              </a:lnSpc>
              <a:spcBef>
                <a:spcPts val="0"/>
              </a:spcBef>
              <a:spcAft>
                <a:spcPts val="0"/>
              </a:spcAft>
              <a:buClr>
                <a:srgbClr val="000000"/>
              </a:buClr>
              <a:buSzPts val="2100"/>
              <a:buFont typeface="Arial" panose="020B0604020202020204"/>
              <a:buNone/>
            </a:pPr>
            <a:br>
              <a:rPr lang="en-US" sz="2100" b="0" i="0" u="none" strike="noStrike" cap="none">
                <a:solidFill>
                  <a:schemeClr val="dk1"/>
                </a:solidFill>
                <a:latin typeface="Calibri" panose="020F0502020204030204"/>
                <a:ea typeface="Calibri" panose="020F0502020204030204"/>
                <a:cs typeface="Calibri" panose="020F0502020204030204"/>
                <a:sym typeface="Calibri" panose="020F0502020204030204"/>
              </a:rPr>
            </a:br>
            <a:endParaRPr sz="2100" b="0" i="0" u="none" strike="noStrike" cap="none">
              <a:solidFill>
                <a:schemeClr val="dk1"/>
              </a:solidFill>
              <a:latin typeface="Calibri" panose="020F0502020204030204"/>
              <a:ea typeface="Calibri" panose="020F0502020204030204"/>
              <a:cs typeface="Calibri" panose="020F0502020204030204"/>
              <a:sym typeface="Calibri" panose="020F0502020204030204"/>
            </a:endParaRPr>
          </a:p>
        </p:txBody>
      </p:sp>
      <p:sp>
        <p:nvSpPr>
          <p:cNvPr id="122" name="Google Shape;122;p18"/>
          <p:cNvSpPr txBox="1"/>
          <p:nvPr>
            <p:ph type="sldNum" idx="12"/>
          </p:nvPr>
        </p:nvSpPr>
        <p:spPr>
          <a:xfrm>
            <a:off x="11296611" y="6014423"/>
            <a:ext cx="731600" cy="524800"/>
          </a:xfrm>
          <a:prstGeom prst="rect">
            <a:avLst/>
          </a:prstGeom>
          <a:no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panose="020B0604020202020204"/>
              <a:buNone/>
            </a:pPr>
            <a:fld id="{00000000-1234-1234-1234-123412341234}" type="slidenum">
              <a:rPr lang="en-US"/>
            </a:fld>
            <a:endParaRPr lang="en-US"/>
          </a:p>
        </p:txBody>
      </p:sp>
      <p:sp>
        <p:nvSpPr>
          <p:cNvPr id="123" name="Google Shape;123;p18"/>
          <p:cNvSpPr txBox="1"/>
          <p:nvPr/>
        </p:nvSpPr>
        <p:spPr>
          <a:xfrm>
            <a:off x="6887845" y="1052830"/>
            <a:ext cx="5205095" cy="5759450"/>
          </a:xfrm>
          <a:prstGeom prst="rect">
            <a:avLst/>
          </a:prstGeom>
          <a:noFill/>
          <a:ln w="19050" cap="flat" cmpd="sng">
            <a:solidFill>
              <a:srgbClr val="000000"/>
            </a:solidFill>
            <a:prstDash val="solid"/>
            <a:round/>
            <a:headEnd type="none" w="sm" len="sm"/>
            <a:tailEnd type="none" w="sm" len="sm"/>
          </a:ln>
        </p:spPr>
        <p:txBody>
          <a:bodyPr spcFirstLastPara="1" wrap="square" lIns="91425" tIns="91425" rIns="91425" bIns="91425" anchor="t" anchorCtr="0">
            <a:noAutofit/>
          </a:bodyPr>
          <a:lstStyle/>
          <a:p>
            <a:pPr marL="0" indent="0">
              <a:buNone/>
            </a:pPr>
            <a:r>
              <a:rPr lang="en-US" sz="1450" dirty="0">
                <a:solidFill>
                  <a:srgbClr val="1A3A5C"/>
                </a:solidFill>
                <a:highlight>
                  <a:srgbClr val="F7F7F7"/>
                </a:highlight>
                <a:latin typeface="Montserrat" panose="00000500000000000000" charset="0"/>
                <a:ea typeface="Courier New" panose="02070309020205020404" pitchFamily="34" charset="-122"/>
                <a:cs typeface="Montserrat" panose="00000500000000000000" charset="0"/>
                <a:sym typeface="+mn-ea"/>
              </a:rPr>
              <a:t>import numpy as np</a:t>
            </a:r>
            <a:endParaRPr lang="en-US" sz="1450" dirty="0">
              <a:solidFill>
                <a:srgbClr val="1A3A5C"/>
              </a:solidFill>
              <a:highlight>
                <a:srgbClr val="F7F7F7"/>
              </a:highlight>
              <a:latin typeface="Montserrat" panose="00000500000000000000" charset="0"/>
              <a:ea typeface="Courier New" panose="02070309020205020404" pitchFamily="34" charset="-122"/>
              <a:cs typeface="Montserrat" panose="00000500000000000000" charset="0"/>
            </a:endParaRPr>
          </a:p>
          <a:p>
            <a:pPr marL="0" indent="0">
              <a:buNone/>
            </a:pPr>
            <a:r>
              <a:rPr lang="en-US" sz="1450" dirty="0">
                <a:solidFill>
                  <a:srgbClr val="1A3A5C"/>
                </a:solidFill>
                <a:highlight>
                  <a:srgbClr val="F7F7F7"/>
                </a:highlight>
                <a:latin typeface="Montserrat" panose="00000500000000000000" charset="0"/>
                <a:ea typeface="Courier New" panose="02070309020205020404" pitchFamily="34" charset="-122"/>
                <a:cs typeface="Montserrat" panose="00000500000000000000" charset="0"/>
                <a:sym typeface="+mn-ea"/>
              </a:rPr>
              <a:t>import pandas as pd</a:t>
            </a:r>
            <a:endParaRPr lang="en-US" sz="1450" dirty="0">
              <a:solidFill>
                <a:srgbClr val="1A3A5C"/>
              </a:solidFill>
              <a:highlight>
                <a:srgbClr val="F7F7F7"/>
              </a:highlight>
              <a:latin typeface="Montserrat" panose="00000500000000000000" charset="0"/>
              <a:ea typeface="Courier New" panose="02070309020205020404" pitchFamily="34" charset="-122"/>
              <a:cs typeface="Montserrat" panose="00000500000000000000" charset="0"/>
            </a:endParaRPr>
          </a:p>
          <a:p>
            <a:pPr marL="0" indent="0">
              <a:buNone/>
            </a:pPr>
            <a:r>
              <a:rPr lang="en-US" sz="1450" dirty="0">
                <a:solidFill>
                  <a:srgbClr val="1A3A5C"/>
                </a:solidFill>
                <a:highlight>
                  <a:srgbClr val="F7F7F7"/>
                </a:highlight>
                <a:latin typeface="Montserrat" panose="00000500000000000000" charset="0"/>
                <a:ea typeface="Courier New" panose="02070309020205020404" pitchFamily="34" charset="-122"/>
                <a:cs typeface="Montserrat" panose="00000500000000000000" charset="0"/>
                <a:sym typeface="+mn-ea"/>
              </a:rPr>
              <a:t>import matplotlib.pyplot as plt</a:t>
            </a:r>
            <a:endParaRPr lang="en-US" sz="1450" dirty="0">
              <a:solidFill>
                <a:srgbClr val="1A3A5C"/>
              </a:solidFill>
              <a:highlight>
                <a:srgbClr val="F7F7F7"/>
              </a:highlight>
              <a:latin typeface="Montserrat" panose="00000500000000000000" charset="0"/>
              <a:ea typeface="Courier New" panose="02070309020205020404" pitchFamily="34" charset="-122"/>
              <a:cs typeface="Montserrat" panose="00000500000000000000" charset="0"/>
            </a:endParaRPr>
          </a:p>
          <a:p>
            <a:pPr marL="0" indent="0">
              <a:buNone/>
            </a:pPr>
            <a:r>
              <a:rPr lang="en-US" sz="1450" dirty="0">
                <a:solidFill>
                  <a:srgbClr val="1A3A5C"/>
                </a:solidFill>
                <a:highlight>
                  <a:srgbClr val="F7F7F7"/>
                </a:highlight>
                <a:latin typeface="Montserrat" panose="00000500000000000000" charset="0"/>
                <a:ea typeface="Courier New" panose="02070309020205020404" pitchFamily="34" charset="-122"/>
                <a:cs typeface="Montserrat" panose="00000500000000000000" charset="0"/>
                <a:sym typeface="+mn-ea"/>
              </a:rPr>
              <a:t>import seaborn as sns</a:t>
            </a:r>
            <a:endParaRPr lang="en-US" sz="1450" dirty="0">
              <a:solidFill>
                <a:srgbClr val="1A3A5C"/>
              </a:solidFill>
              <a:highlight>
                <a:srgbClr val="F7F7F7"/>
              </a:highlight>
              <a:latin typeface="Montserrat" panose="00000500000000000000" charset="0"/>
              <a:ea typeface="Courier New" panose="02070309020205020404" pitchFamily="34" charset="-122"/>
              <a:cs typeface="Montserrat" panose="00000500000000000000" charset="0"/>
            </a:endParaRPr>
          </a:p>
          <a:p>
            <a:pPr marL="0" indent="0">
              <a:buNone/>
            </a:pPr>
            <a:r>
              <a:rPr lang="en-US" sz="1450" dirty="0">
                <a:solidFill>
                  <a:srgbClr val="1A3A5C"/>
                </a:solidFill>
                <a:highlight>
                  <a:srgbClr val="F7F7F7"/>
                </a:highlight>
                <a:latin typeface="Montserrat" panose="00000500000000000000" charset="0"/>
                <a:ea typeface="Courier New" panose="02070309020205020404" pitchFamily="34" charset="-122"/>
                <a:cs typeface="Montserrat" panose="00000500000000000000" charset="0"/>
                <a:sym typeface="+mn-ea"/>
              </a:rPr>
              <a:t>%matplotlib inline</a:t>
            </a:r>
            <a:endParaRPr lang="en-US" sz="1450" dirty="0">
              <a:solidFill>
                <a:srgbClr val="1A3A5C"/>
              </a:solidFill>
              <a:highlight>
                <a:srgbClr val="F7F7F7"/>
              </a:highlight>
              <a:latin typeface="Montserrat" panose="00000500000000000000" charset="0"/>
              <a:ea typeface="Courier New" panose="02070309020205020404" pitchFamily="34" charset="-122"/>
              <a:cs typeface="Montserrat" panose="00000500000000000000" charset="0"/>
            </a:endParaRPr>
          </a:p>
          <a:p>
            <a:pPr marL="0" indent="0">
              <a:buNone/>
            </a:pPr>
            <a:endParaRPr lang="en-US" sz="1450" dirty="0">
              <a:solidFill>
                <a:srgbClr val="1A3A5C"/>
              </a:solidFill>
              <a:highlight>
                <a:srgbClr val="F7F7F7"/>
              </a:highlight>
              <a:latin typeface="Montserrat" panose="00000500000000000000" charset="0"/>
              <a:ea typeface="Courier New" panose="02070309020205020404" pitchFamily="34" charset="-122"/>
              <a:cs typeface="Montserrat" panose="00000500000000000000" charset="0"/>
            </a:endParaRPr>
          </a:p>
          <a:p>
            <a:pPr marL="0" indent="0">
              <a:buNone/>
            </a:pPr>
            <a:r>
              <a:rPr lang="en-US" sz="1450" dirty="0">
                <a:solidFill>
                  <a:srgbClr val="1A3A5C"/>
                </a:solidFill>
                <a:highlight>
                  <a:srgbClr val="F7F7F7"/>
                </a:highlight>
                <a:latin typeface="Montserrat" panose="00000500000000000000" charset="0"/>
                <a:ea typeface="Courier New" panose="02070309020205020404" pitchFamily="34" charset="-122"/>
                <a:cs typeface="Montserrat" panose="00000500000000000000" charset="0"/>
                <a:sym typeface="+mn-ea"/>
              </a:rPr>
              <a:t>from google.colab import drive</a:t>
            </a:r>
            <a:endParaRPr lang="en-US" sz="1450" dirty="0">
              <a:solidFill>
                <a:srgbClr val="1A3A5C"/>
              </a:solidFill>
              <a:highlight>
                <a:srgbClr val="F7F7F7"/>
              </a:highlight>
              <a:latin typeface="Montserrat" panose="00000500000000000000" charset="0"/>
              <a:ea typeface="Courier New" panose="02070309020205020404" pitchFamily="34" charset="-122"/>
              <a:cs typeface="Montserrat" panose="00000500000000000000" charset="0"/>
            </a:endParaRPr>
          </a:p>
          <a:p>
            <a:pPr marL="0" indent="0">
              <a:buNone/>
            </a:pPr>
            <a:r>
              <a:rPr lang="en-US" sz="1450" dirty="0">
                <a:solidFill>
                  <a:srgbClr val="1A3A5C"/>
                </a:solidFill>
                <a:highlight>
                  <a:srgbClr val="F7F7F7"/>
                </a:highlight>
                <a:latin typeface="Montserrat" panose="00000500000000000000" charset="0"/>
                <a:ea typeface="Courier New" panose="02070309020205020404" pitchFamily="34" charset="-122"/>
                <a:cs typeface="Montserrat" panose="00000500000000000000" charset="0"/>
                <a:sym typeface="+mn-ea"/>
              </a:rPr>
              <a:t>drive.mount('/content/drive')</a:t>
            </a:r>
            <a:endParaRPr lang="en-US" sz="1450" dirty="0">
              <a:solidFill>
                <a:srgbClr val="1A3A5C"/>
              </a:solidFill>
              <a:highlight>
                <a:srgbClr val="F7F7F7"/>
              </a:highlight>
              <a:latin typeface="Montserrat" panose="00000500000000000000" charset="0"/>
              <a:ea typeface="Courier New" panose="02070309020205020404" pitchFamily="34" charset="-122"/>
              <a:cs typeface="Montserrat" panose="00000500000000000000" charset="0"/>
            </a:endParaRPr>
          </a:p>
          <a:p>
            <a:pPr marL="0" indent="0">
              <a:buNone/>
            </a:pPr>
            <a:endParaRPr lang="en-US" sz="1450" dirty="0">
              <a:solidFill>
                <a:srgbClr val="1A3A5C"/>
              </a:solidFill>
              <a:highlight>
                <a:srgbClr val="F7F7F7"/>
              </a:highlight>
              <a:latin typeface="Montserrat" panose="00000500000000000000" charset="0"/>
              <a:ea typeface="Courier New" panose="02070309020205020404" pitchFamily="34" charset="-122"/>
              <a:cs typeface="Montserrat" panose="00000500000000000000" charset="0"/>
            </a:endParaRPr>
          </a:p>
          <a:p>
            <a:pPr marL="0" indent="0">
              <a:buNone/>
            </a:pPr>
            <a:r>
              <a:rPr lang="en-US" sz="1450" dirty="0">
                <a:solidFill>
                  <a:srgbClr val="1A3A5C"/>
                </a:solidFill>
                <a:highlight>
                  <a:srgbClr val="F7F7F7"/>
                </a:highlight>
                <a:latin typeface="Montserrat" panose="00000500000000000000" charset="0"/>
                <a:ea typeface="Courier New" panose="02070309020205020404" pitchFamily="34" charset="-122"/>
                <a:cs typeface="Montserrat" panose="00000500000000000000" charset="0"/>
                <a:sym typeface="+mn-ea"/>
              </a:rPr>
              <a:t>filepath ='/content/drive/MyDrive/data_file.csv'</a:t>
            </a:r>
            <a:endParaRPr lang="en-US" sz="1450" dirty="0">
              <a:solidFill>
                <a:srgbClr val="1A3A5C"/>
              </a:solidFill>
              <a:highlight>
                <a:srgbClr val="F7F7F7"/>
              </a:highlight>
              <a:latin typeface="Montserrat" panose="00000500000000000000" charset="0"/>
              <a:ea typeface="Courier New" panose="02070309020205020404" pitchFamily="34" charset="-122"/>
              <a:cs typeface="Montserrat" panose="00000500000000000000" charset="0"/>
            </a:endParaRPr>
          </a:p>
          <a:p>
            <a:pPr marL="0" indent="0">
              <a:buNone/>
            </a:pPr>
            <a:r>
              <a:rPr lang="en-US" sz="1450" dirty="0">
                <a:solidFill>
                  <a:srgbClr val="1A3A5C"/>
                </a:solidFill>
                <a:highlight>
                  <a:srgbClr val="F7F7F7"/>
                </a:highlight>
                <a:latin typeface="Montserrat" panose="00000500000000000000" charset="0"/>
                <a:ea typeface="Courier New" panose="02070309020205020404" pitchFamily="34" charset="-122"/>
                <a:cs typeface="Montserrat" panose="00000500000000000000" charset="0"/>
                <a:sym typeface="+mn-ea"/>
              </a:rPr>
              <a:t>data = pd.read_csv(filepath)</a:t>
            </a:r>
            <a:endParaRPr lang="en-US" sz="1450" dirty="0">
              <a:solidFill>
                <a:srgbClr val="1A3A5C"/>
              </a:solidFill>
              <a:highlight>
                <a:srgbClr val="F7F7F7"/>
              </a:highlight>
              <a:latin typeface="Montserrat" panose="00000500000000000000" charset="0"/>
              <a:ea typeface="Courier New" panose="02070309020205020404" pitchFamily="34" charset="-122"/>
              <a:cs typeface="Montserrat" panose="00000500000000000000" charset="0"/>
            </a:endParaRPr>
          </a:p>
          <a:p>
            <a:pPr marL="0" indent="0">
              <a:buNone/>
            </a:pPr>
            <a:r>
              <a:rPr lang="en-US" sz="1450" dirty="0">
                <a:solidFill>
                  <a:srgbClr val="1A3A5C"/>
                </a:solidFill>
                <a:highlight>
                  <a:srgbClr val="F7F7F7"/>
                </a:highlight>
                <a:latin typeface="Montserrat" panose="00000500000000000000" charset="0"/>
                <a:ea typeface="Courier New" panose="02070309020205020404" pitchFamily="34" charset="-122"/>
                <a:cs typeface="Montserrat" panose="00000500000000000000" charset="0"/>
                <a:sym typeface="+mn-ea"/>
              </a:rPr>
              <a:t>data.head()</a:t>
            </a:r>
            <a:endParaRPr lang="en-US" sz="1450" dirty="0">
              <a:solidFill>
                <a:srgbClr val="1A3A5C"/>
              </a:solidFill>
              <a:highlight>
                <a:srgbClr val="F7F7F7"/>
              </a:highlight>
              <a:latin typeface="Montserrat" panose="00000500000000000000" charset="0"/>
              <a:ea typeface="Courier New" panose="02070309020205020404" pitchFamily="34" charset="-122"/>
              <a:cs typeface="Montserrat" panose="00000500000000000000" charset="0"/>
            </a:endParaRPr>
          </a:p>
          <a:p>
            <a:pPr marL="0" indent="0">
              <a:buNone/>
            </a:pPr>
            <a:endParaRPr lang="en-US" altLang="en-US" sz="1450" dirty="0">
              <a:highlight>
                <a:srgbClr val="F7F7F7"/>
              </a:highlight>
              <a:latin typeface="Montserrat" panose="00000500000000000000" charset="0"/>
              <a:cs typeface="Montserrat" panose="00000500000000000000" charset="0"/>
            </a:endParaRPr>
          </a:p>
          <a:p>
            <a:pPr marL="0" indent="0">
              <a:buNone/>
            </a:pPr>
            <a:r>
              <a:rPr lang="en-US" sz="1450" dirty="0">
                <a:solidFill>
                  <a:srgbClr val="1A3A5C"/>
                </a:solidFill>
                <a:highlight>
                  <a:srgbClr val="F7F7F7"/>
                </a:highlight>
                <a:latin typeface="Montserrat" panose="00000500000000000000" charset="0"/>
                <a:ea typeface="Courier New" panose="02070309020205020404" pitchFamily="34" charset="-122"/>
                <a:cs typeface="Montserrat" panose="00000500000000000000" charset="0"/>
                <a:sym typeface="+mn-ea"/>
              </a:rPr>
              <a:t># Dataset overview</a:t>
            </a:r>
            <a:endParaRPr lang="en-US" sz="1450" dirty="0">
              <a:highlight>
                <a:srgbClr val="F7F7F7"/>
              </a:highlight>
              <a:latin typeface="Montserrat" panose="00000500000000000000" charset="0"/>
              <a:cs typeface="Montserrat" panose="00000500000000000000" charset="0"/>
            </a:endParaRPr>
          </a:p>
          <a:p>
            <a:pPr marL="0" indent="0">
              <a:buNone/>
            </a:pPr>
            <a:r>
              <a:rPr lang="en-US" sz="1450" dirty="0">
                <a:solidFill>
                  <a:srgbClr val="1A3A5C"/>
                </a:solidFill>
                <a:highlight>
                  <a:srgbClr val="F7F7F7"/>
                </a:highlight>
                <a:latin typeface="Montserrat" panose="00000500000000000000" charset="0"/>
                <a:ea typeface="Courier New" panose="02070309020205020404" pitchFamily="34" charset="-122"/>
                <a:cs typeface="Montserrat" panose="00000500000000000000" charset="0"/>
                <a:sym typeface="+mn-ea"/>
              </a:rPr>
              <a:t>print("Shape:", </a:t>
            </a:r>
            <a:r>
              <a:rPr lang="en-US" sz="1450" dirty="0">
                <a:solidFill>
                  <a:srgbClr val="1A3A5C"/>
                </a:solidFill>
                <a:highlight>
                  <a:srgbClr val="F7F7F7"/>
                </a:highlight>
                <a:latin typeface="Montserrat" panose="00000500000000000000" charset="0"/>
                <a:ea typeface="Courier New" panose="02070309020205020404" pitchFamily="34" charset="-122"/>
                <a:cs typeface="Montserrat" panose="00000500000000000000" charset="0"/>
                <a:sym typeface="+mn-ea"/>
              </a:rPr>
              <a:t>data</a:t>
            </a:r>
            <a:r>
              <a:rPr lang="en-US" sz="1450" dirty="0">
                <a:solidFill>
                  <a:srgbClr val="1A3A5C"/>
                </a:solidFill>
                <a:highlight>
                  <a:srgbClr val="F7F7F7"/>
                </a:highlight>
                <a:latin typeface="Montserrat" panose="00000500000000000000" charset="0"/>
                <a:ea typeface="Courier New" panose="02070309020205020404" pitchFamily="34" charset="-122"/>
                <a:cs typeface="Montserrat" panose="00000500000000000000" charset="0"/>
                <a:sym typeface="+mn-ea"/>
              </a:rPr>
              <a:t>.shape)          # (51623, 10)</a:t>
            </a:r>
            <a:endParaRPr lang="en-US" sz="1450" dirty="0">
              <a:highlight>
                <a:srgbClr val="F7F7F7"/>
              </a:highlight>
              <a:latin typeface="Montserrat" panose="00000500000000000000" charset="0"/>
              <a:cs typeface="Montserrat" panose="00000500000000000000" charset="0"/>
            </a:endParaRPr>
          </a:p>
          <a:p>
            <a:pPr marL="0" indent="0">
              <a:buNone/>
            </a:pPr>
            <a:r>
              <a:rPr lang="en-US" sz="1450" dirty="0">
                <a:solidFill>
                  <a:srgbClr val="1A3A5C"/>
                </a:solidFill>
                <a:highlight>
                  <a:srgbClr val="F7F7F7"/>
                </a:highlight>
                <a:latin typeface="Montserrat" panose="00000500000000000000" charset="0"/>
                <a:ea typeface="Courier New" panose="02070309020205020404" pitchFamily="34" charset="-122"/>
                <a:cs typeface="Montserrat" panose="00000500000000000000" charset="0"/>
                <a:sym typeface="+mn-ea"/>
              </a:rPr>
              <a:t>print(</a:t>
            </a:r>
            <a:r>
              <a:rPr lang="en-US" sz="1450" dirty="0">
                <a:solidFill>
                  <a:srgbClr val="1A3A5C"/>
                </a:solidFill>
                <a:highlight>
                  <a:srgbClr val="F7F7F7"/>
                </a:highlight>
                <a:latin typeface="Montserrat" panose="00000500000000000000" charset="0"/>
                <a:ea typeface="Courier New" panose="02070309020205020404" pitchFamily="34" charset="-122"/>
                <a:cs typeface="Montserrat" panose="00000500000000000000" charset="0"/>
                <a:sym typeface="+mn-ea"/>
              </a:rPr>
              <a:t>data</a:t>
            </a:r>
            <a:r>
              <a:rPr lang="en-US" sz="1450" dirty="0">
                <a:solidFill>
                  <a:srgbClr val="1A3A5C"/>
                </a:solidFill>
                <a:highlight>
                  <a:srgbClr val="F7F7F7"/>
                </a:highlight>
                <a:latin typeface="Montserrat" panose="00000500000000000000" charset="0"/>
                <a:ea typeface="Courier New" panose="02070309020205020404" pitchFamily="34" charset="-122"/>
                <a:cs typeface="Montserrat" panose="00000500000000000000" charset="0"/>
                <a:sym typeface="+mn-ea"/>
              </a:rPr>
              <a:t>.dtypes)</a:t>
            </a:r>
            <a:endParaRPr lang="en-US" sz="1450" dirty="0">
              <a:highlight>
                <a:srgbClr val="F7F7F7"/>
              </a:highlight>
              <a:latin typeface="Montserrat" panose="00000500000000000000" charset="0"/>
              <a:cs typeface="Montserrat" panose="00000500000000000000" charset="0"/>
            </a:endParaRPr>
          </a:p>
          <a:p>
            <a:pPr marL="0" indent="0">
              <a:buNone/>
            </a:pPr>
            <a:r>
              <a:rPr lang="en-US" sz="1450" dirty="0">
                <a:solidFill>
                  <a:srgbClr val="1A3A5C"/>
                </a:solidFill>
                <a:highlight>
                  <a:srgbClr val="F7F7F7"/>
                </a:highlight>
                <a:latin typeface="Montserrat" panose="00000500000000000000" charset="0"/>
                <a:ea typeface="Courier New" panose="02070309020205020404" pitchFamily="34" charset="-122"/>
                <a:cs typeface="Montserrat" panose="00000500000000000000" charset="0"/>
                <a:sym typeface="+mn-ea"/>
              </a:rPr>
              <a:t>print(</a:t>
            </a:r>
            <a:r>
              <a:rPr lang="en-US" sz="1450" dirty="0">
                <a:solidFill>
                  <a:srgbClr val="1A3A5C"/>
                </a:solidFill>
                <a:highlight>
                  <a:srgbClr val="F7F7F7"/>
                </a:highlight>
                <a:latin typeface="Montserrat" panose="00000500000000000000" charset="0"/>
                <a:ea typeface="Courier New" panose="02070309020205020404" pitchFamily="34" charset="-122"/>
                <a:cs typeface="Montserrat" panose="00000500000000000000" charset="0"/>
                <a:sym typeface="+mn-ea"/>
              </a:rPr>
              <a:t>data</a:t>
            </a:r>
            <a:r>
              <a:rPr lang="en-US" sz="1450" dirty="0">
                <a:solidFill>
                  <a:srgbClr val="1A3A5C"/>
                </a:solidFill>
                <a:highlight>
                  <a:srgbClr val="F7F7F7"/>
                </a:highlight>
                <a:latin typeface="Montserrat" panose="00000500000000000000" charset="0"/>
                <a:ea typeface="Courier New" panose="02070309020205020404" pitchFamily="34" charset="-122"/>
                <a:cs typeface="Montserrat" panose="00000500000000000000" charset="0"/>
                <a:sym typeface="+mn-ea"/>
              </a:rPr>
              <a:t>.isnull().sum())           # No nulls</a:t>
            </a:r>
            <a:endParaRPr lang="en-US" sz="1450" dirty="0">
              <a:highlight>
                <a:srgbClr val="F7F7F7"/>
              </a:highlight>
              <a:latin typeface="Montserrat" panose="00000500000000000000" charset="0"/>
              <a:cs typeface="Montserrat" panose="00000500000000000000" charset="0"/>
            </a:endParaRPr>
          </a:p>
          <a:p>
            <a:pPr marL="0" indent="0">
              <a:buNone/>
            </a:pPr>
            <a:endParaRPr lang="en-US" sz="1450" dirty="0">
              <a:highlight>
                <a:srgbClr val="F7F7F7"/>
              </a:highlight>
              <a:latin typeface="Montserrat" panose="00000500000000000000" charset="0"/>
              <a:cs typeface="Montserrat" panose="00000500000000000000" charset="0"/>
            </a:endParaRPr>
          </a:p>
          <a:p>
            <a:pPr marL="0" indent="0">
              <a:buNone/>
            </a:pPr>
            <a:r>
              <a:rPr lang="en-US" sz="1450" dirty="0">
                <a:solidFill>
                  <a:srgbClr val="1A3A5C"/>
                </a:solidFill>
                <a:highlight>
                  <a:srgbClr val="F7F7F7"/>
                </a:highlight>
                <a:latin typeface="Montserrat" panose="00000500000000000000" charset="0"/>
                <a:ea typeface="Courier New" panose="02070309020205020404" pitchFamily="34" charset="-122"/>
                <a:cs typeface="Montserrat" panose="00000500000000000000" charset="0"/>
                <a:sym typeface="+mn-ea"/>
              </a:rPr>
              <a:t># Class distribution</a:t>
            </a:r>
            <a:endParaRPr lang="en-US" sz="1450" dirty="0">
              <a:highlight>
                <a:srgbClr val="F7F7F7"/>
              </a:highlight>
              <a:latin typeface="Montserrat" panose="00000500000000000000" charset="0"/>
              <a:cs typeface="Montserrat" panose="00000500000000000000" charset="0"/>
            </a:endParaRPr>
          </a:p>
          <a:p>
            <a:pPr marL="0" indent="0">
              <a:buNone/>
            </a:pPr>
            <a:r>
              <a:rPr lang="en-US" sz="1450" dirty="0">
                <a:solidFill>
                  <a:srgbClr val="1A3A5C"/>
                </a:solidFill>
                <a:highlight>
                  <a:srgbClr val="F7F7F7"/>
                </a:highlight>
                <a:latin typeface="Montserrat" panose="00000500000000000000" charset="0"/>
                <a:ea typeface="Courier New" panose="02070309020205020404" pitchFamily="34" charset="-122"/>
                <a:cs typeface="Montserrat" panose="00000500000000000000" charset="0"/>
                <a:sym typeface="+mn-ea"/>
              </a:rPr>
              <a:t>print(</a:t>
            </a:r>
            <a:r>
              <a:rPr lang="en-US" sz="1450" dirty="0">
                <a:solidFill>
                  <a:srgbClr val="1A3A5C"/>
                </a:solidFill>
                <a:highlight>
                  <a:srgbClr val="F7F7F7"/>
                </a:highlight>
                <a:latin typeface="Montserrat" panose="00000500000000000000" charset="0"/>
                <a:ea typeface="Courier New" panose="02070309020205020404" pitchFamily="34" charset="-122"/>
                <a:cs typeface="Montserrat" panose="00000500000000000000" charset="0"/>
                <a:sym typeface="+mn-ea"/>
              </a:rPr>
              <a:t>data</a:t>
            </a:r>
            <a:r>
              <a:rPr lang="en-US" sz="1450" dirty="0">
                <a:solidFill>
                  <a:srgbClr val="1A3A5C"/>
                </a:solidFill>
                <a:highlight>
                  <a:srgbClr val="F7F7F7"/>
                </a:highlight>
                <a:latin typeface="Montserrat" panose="00000500000000000000" charset="0"/>
                <a:ea typeface="Courier New" panose="02070309020205020404" pitchFamily="34" charset="-122"/>
                <a:cs typeface="Montserrat" panose="00000500000000000000" charset="0"/>
                <a:sym typeface="+mn-ea"/>
              </a:rPr>
              <a:t>['isFraud'].value_counts())</a:t>
            </a:r>
            <a:endParaRPr lang="en-US" sz="1450" dirty="0">
              <a:highlight>
                <a:srgbClr val="F7F7F7"/>
              </a:highlight>
              <a:latin typeface="Montserrat" panose="00000500000000000000" charset="0"/>
              <a:cs typeface="Montserrat" panose="00000500000000000000" charset="0"/>
            </a:endParaRPr>
          </a:p>
          <a:p>
            <a:pPr marL="0" indent="0">
              <a:buNone/>
            </a:pPr>
            <a:r>
              <a:rPr lang="en-US" sz="1450" dirty="0">
                <a:solidFill>
                  <a:srgbClr val="1A3A5C"/>
                </a:solidFill>
                <a:highlight>
                  <a:srgbClr val="F7F7F7"/>
                </a:highlight>
                <a:latin typeface="Montserrat" panose="00000500000000000000" charset="0"/>
                <a:ea typeface="Courier New" panose="02070309020205020404" pitchFamily="34" charset="-122"/>
                <a:cs typeface="Montserrat" panose="00000500000000000000" charset="0"/>
                <a:sym typeface="+mn-ea"/>
              </a:rPr>
              <a:t># 0    51523</a:t>
            </a:r>
            <a:endParaRPr lang="en-US" sz="1450" dirty="0">
              <a:highlight>
                <a:srgbClr val="F7F7F7"/>
              </a:highlight>
              <a:latin typeface="Montserrat" panose="00000500000000000000" charset="0"/>
              <a:cs typeface="Montserrat" panose="00000500000000000000" charset="0"/>
            </a:endParaRPr>
          </a:p>
          <a:p>
            <a:pPr marL="0" indent="0">
              <a:buNone/>
            </a:pPr>
            <a:r>
              <a:rPr lang="en-US" sz="1450" dirty="0">
                <a:solidFill>
                  <a:srgbClr val="1A3A5C"/>
                </a:solidFill>
                <a:highlight>
                  <a:srgbClr val="F7F7F7"/>
                </a:highlight>
                <a:latin typeface="Montserrat" panose="00000500000000000000" charset="0"/>
                <a:ea typeface="Courier New" panose="02070309020205020404" pitchFamily="34" charset="-122"/>
                <a:cs typeface="Montserrat" panose="00000500000000000000" charset="0"/>
                <a:sym typeface="+mn-ea"/>
              </a:rPr>
              <a:t># 1      100</a:t>
            </a:r>
            <a:endParaRPr lang="en-US" sz="1450" dirty="0">
              <a:highlight>
                <a:srgbClr val="F7F7F7"/>
              </a:highlight>
              <a:latin typeface="Montserrat" panose="00000500000000000000" charset="0"/>
              <a:cs typeface="Montserrat" panose="00000500000000000000" charset="0"/>
            </a:endParaRPr>
          </a:p>
          <a:p>
            <a:pPr marL="0" marR="0" lvl="0" indent="0" algn="l" rtl="0">
              <a:lnSpc>
                <a:spcPct val="136000"/>
              </a:lnSpc>
              <a:spcBef>
                <a:spcPts val="0"/>
              </a:spcBef>
              <a:spcAft>
                <a:spcPts val="0"/>
              </a:spcAft>
              <a:buClr>
                <a:srgbClr val="000000"/>
              </a:buClr>
              <a:buSzPts val="1450"/>
              <a:buFont typeface="Arial" panose="020B0604020202020204"/>
              <a:buNone/>
            </a:pPr>
            <a:endParaRPr sz="1450" b="0" i="0" u="none" strike="noStrike" cap="none">
              <a:solidFill>
                <a:schemeClr val="dk1"/>
              </a:solidFill>
              <a:highlight>
                <a:srgbClr val="F7F7F7"/>
              </a:highlight>
              <a:latin typeface="Courier New" panose="02070309020205020404"/>
              <a:ea typeface="Courier New" panose="02070309020205020404"/>
              <a:cs typeface="Courier New" panose="02070309020205020404"/>
              <a:sym typeface="Courier New" panose="02070309020205020404"/>
            </a:endParaRPr>
          </a:p>
          <a:p>
            <a:pPr marL="0" marR="0" lvl="0" indent="0" algn="l" rtl="0">
              <a:lnSpc>
                <a:spcPct val="136000"/>
              </a:lnSpc>
              <a:spcBef>
                <a:spcPts val="0"/>
              </a:spcBef>
              <a:spcAft>
                <a:spcPts val="0"/>
              </a:spcAft>
              <a:buClr>
                <a:schemeClr val="dk1"/>
              </a:buClr>
              <a:buSzPts val="1100"/>
              <a:buFont typeface="Arial" panose="020B0604020202020204"/>
              <a:buNone/>
            </a:pPr>
            <a:endParaRPr sz="1250" b="0" i="0" u="none" strike="noStrike" cap="none">
              <a:solidFill>
                <a:srgbClr val="008000"/>
              </a:solidFill>
              <a:highlight>
                <a:srgbClr val="F7F7F7"/>
              </a:highlight>
              <a:latin typeface="Courier New" panose="02070309020205020404"/>
              <a:ea typeface="Courier New" panose="02070309020205020404"/>
              <a:cs typeface="Courier New" panose="02070309020205020404"/>
              <a:sym typeface="Courier New" panose="02070309020205020404"/>
            </a:endParaRP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27" name="Shape 127"/>
        <p:cNvGrpSpPr/>
        <p:nvPr/>
      </p:nvGrpSpPr>
      <p:grpSpPr>
        <a:xfrm>
          <a:off x="0" y="0"/>
          <a:ext cx="0" cy="0"/>
          <a:chOff x="0" y="0"/>
          <a:chExt cx="0" cy="0"/>
        </a:xfrm>
      </p:grpSpPr>
      <p:sp>
        <p:nvSpPr>
          <p:cNvPr id="128" name="Google Shape;128;p19"/>
          <p:cNvSpPr txBox="1"/>
          <p:nvPr>
            <p:ph type="sldNum" idx="12"/>
          </p:nvPr>
        </p:nvSpPr>
        <p:spPr>
          <a:xfrm>
            <a:off x="11296611" y="6014423"/>
            <a:ext cx="731600" cy="524800"/>
          </a:xfrm>
          <a:prstGeom prst="rect">
            <a:avLst/>
          </a:prstGeom>
          <a:no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panose="020B0604020202020204"/>
              <a:buNone/>
            </a:pPr>
            <a:fld id="{00000000-1234-1234-1234-123412341234}" type="slidenum">
              <a:rPr lang="en-US"/>
            </a:fld>
            <a:endParaRPr lang="en-US"/>
          </a:p>
        </p:txBody>
      </p:sp>
      <p:sp>
        <p:nvSpPr>
          <p:cNvPr id="129" name="Google Shape;129;p19"/>
          <p:cNvSpPr txBox="1"/>
          <p:nvPr/>
        </p:nvSpPr>
        <p:spPr>
          <a:xfrm>
            <a:off x="156210" y="549275"/>
            <a:ext cx="9843770" cy="541020"/>
          </a:xfrm>
          <a:prstGeom prst="rect">
            <a:avLst/>
          </a:prstGeom>
          <a:noFill/>
          <a:ln>
            <a:noFill/>
          </a:ln>
        </p:spPr>
        <p:txBody>
          <a:bodyPr spcFirstLastPara="1" wrap="square" lIns="91425" tIns="91425" rIns="91425" bIns="91425" anchor="t" anchorCtr="0">
            <a:noAutofit/>
          </a:bodyPr>
          <a:lstStyle/>
          <a:p>
            <a:pPr marL="0" marR="0" lvl="0" indent="0" algn="l" rtl="0">
              <a:lnSpc>
                <a:spcPct val="100000"/>
              </a:lnSpc>
              <a:spcBef>
                <a:spcPts val="0"/>
              </a:spcBef>
              <a:spcAft>
                <a:spcPts val="0"/>
              </a:spcAft>
              <a:buClr>
                <a:srgbClr val="000000"/>
              </a:buClr>
              <a:buSzPts val="3500"/>
              <a:buFont typeface="Arial" panose="020B0604020202020204"/>
              <a:buNone/>
            </a:pPr>
            <a:r>
              <a:rPr lang="en-US" sz="3000" b="1" i="0" u="none" strike="noStrike" cap="none">
                <a:solidFill>
                  <a:schemeClr val="dk1"/>
                </a:solidFill>
                <a:latin typeface="Montserrat" panose="00000500000000000000" charset="0"/>
                <a:ea typeface="Arial" panose="020B0604020202020204"/>
                <a:cs typeface="Montserrat" panose="00000500000000000000" charset="0"/>
                <a:sym typeface="Arial" panose="020B0604020202020204"/>
              </a:rPr>
              <a:t>Visual Insights - </a:t>
            </a:r>
            <a:r>
              <a:rPr lang="en-US" altLang="en-US" sz="3000" b="1" i="0" u="none" strike="noStrike" cap="none">
                <a:solidFill>
                  <a:schemeClr val="dk1"/>
                </a:solidFill>
                <a:latin typeface="Montserrat" panose="00000500000000000000" charset="0"/>
                <a:ea typeface="Arial" panose="020B0604020202020204"/>
                <a:cs typeface="Montserrat" panose="00000500000000000000" charset="0"/>
                <a:sym typeface="Arial" panose="020B0604020202020204"/>
              </a:rPr>
              <a:t>Transaction Type Distribution</a:t>
            </a:r>
            <a:endParaRPr lang="en-US" altLang="en-US" sz="3000" b="1" i="0" u="none" strike="noStrike" cap="none">
              <a:solidFill>
                <a:schemeClr val="dk1"/>
              </a:solidFill>
              <a:latin typeface="Montserrat" panose="00000500000000000000" charset="0"/>
              <a:ea typeface="Arial" panose="020B0604020202020204"/>
              <a:cs typeface="Montserrat" panose="00000500000000000000" charset="0"/>
              <a:sym typeface="Arial" panose="020B0604020202020204"/>
            </a:endParaRPr>
          </a:p>
        </p:txBody>
      </p:sp>
      <p:sp>
        <p:nvSpPr>
          <p:cNvPr id="131" name="Google Shape;131;p19"/>
          <p:cNvSpPr txBox="1"/>
          <p:nvPr/>
        </p:nvSpPr>
        <p:spPr>
          <a:xfrm>
            <a:off x="156075" y="1443025"/>
            <a:ext cx="3854100" cy="619760"/>
          </a:xfrm>
          <a:prstGeom prst="rect">
            <a:avLst/>
          </a:prstGeom>
          <a:noFill/>
          <a:ln>
            <a:noFill/>
          </a:ln>
        </p:spPr>
        <p:txBody>
          <a:bodyPr spcFirstLastPara="1" wrap="square" lIns="91425" tIns="91425" rIns="91425" bIns="91425" anchor="t" anchorCtr="0">
            <a:spAutoFit/>
          </a:bodyPr>
          <a:lstStyle/>
          <a:p>
            <a:pPr marL="0" marR="0" lvl="0" indent="0" algn="l" rtl="0">
              <a:lnSpc>
                <a:spcPct val="150000"/>
              </a:lnSpc>
              <a:spcBef>
                <a:spcPts val="0"/>
              </a:spcBef>
              <a:spcAft>
                <a:spcPts val="0"/>
              </a:spcAft>
              <a:buClr>
                <a:srgbClr val="000000"/>
              </a:buClr>
              <a:buSzPts val="1900"/>
              <a:buFont typeface="Arial" panose="020B0604020202020204"/>
              <a:buNone/>
            </a:pPr>
            <a:endParaRPr sz="1900" b="0" i="0" u="none" strike="noStrike" cap="none">
              <a:solidFill>
                <a:schemeClr val="dk1"/>
              </a:solidFill>
              <a:latin typeface="Arial" panose="020B0604020202020204"/>
              <a:ea typeface="Arial" panose="020B0604020202020204"/>
              <a:cs typeface="Arial" panose="020B0604020202020204"/>
              <a:sym typeface="Arial" panose="020B0604020202020204"/>
            </a:endParaRPr>
          </a:p>
        </p:txBody>
      </p:sp>
      <p:graphicFrame>
        <p:nvGraphicFramePr>
          <p:cNvPr id="2" name="Table 0"/>
          <p:cNvGraphicFramePr>
            <a:graphicFrameLocks noGrp="1"/>
          </p:cNvGraphicFramePr>
          <p:nvPr>
            <p:custDataLst>
              <p:tags r:id="rId1"/>
            </p:custDataLst>
          </p:nvPr>
        </p:nvGraphicFramePr>
        <p:xfrm>
          <a:off x="154940" y="1291590"/>
          <a:ext cx="5905500" cy="3515995"/>
        </p:xfrm>
        <a:graphic>
          <a:graphicData uri="http://schemas.openxmlformats.org/drawingml/2006/table">
            <a:tbl>
              <a:tblPr/>
              <a:tblGrid>
                <a:gridCol w="1476375"/>
                <a:gridCol w="1476375"/>
                <a:gridCol w="1476375"/>
                <a:gridCol w="1476375"/>
              </a:tblGrid>
              <a:tr h="403225">
                <a:tc>
                  <a:txBody>
                    <a:bodyPr/>
                    <a:lstStyle/>
                    <a:p>
                      <a:pPr marL="0" indent="0" algn="ctr">
                        <a:buNone/>
                      </a:pPr>
                      <a:r>
                        <a:rPr lang="en-US" altLang="en-US" sz="1400">
                          <a:solidFill>
                            <a:schemeClr val="bg1"/>
                          </a:solidFill>
                          <a:latin typeface="Montserrat" panose="00000500000000000000" charset="0"/>
                          <a:cs typeface="Montserrat" panose="00000500000000000000" charset="0"/>
                        </a:rPr>
                        <a:t>Type</a:t>
                      </a:r>
                      <a:endParaRPr lang="en-US" altLang="en-US" sz="1400">
                        <a:solidFill>
                          <a:schemeClr val="bg1"/>
                        </a:solidFill>
                        <a:latin typeface="Montserrat" panose="00000500000000000000" charset="0"/>
                        <a:cs typeface="Montserrat" panose="00000500000000000000" charset="0"/>
                      </a:endParaRPr>
                    </a:p>
                  </a:txBody>
                  <a:tcPr anchor="ctr">
                    <a:lnL w="6350" cap="flat" cmpd="sng" algn="ctr">
                      <a:solidFill>
                        <a:srgbClr val="D0DFF0"/>
                      </a:solidFill>
                      <a:prstDash val="solid"/>
                      <a:round/>
                      <a:headEnd type="none" w="med" len="med"/>
                      <a:tailEnd type="none" w="med" len="med"/>
                    </a:lnL>
                    <a:lnR w="6350" cap="flat" cmpd="sng" algn="ctr">
                      <a:solidFill>
                        <a:srgbClr val="D0DFF0"/>
                      </a:solidFill>
                      <a:prstDash val="solid"/>
                      <a:round/>
                      <a:headEnd type="none" w="med" len="med"/>
                      <a:tailEnd type="none" w="med" len="med"/>
                    </a:lnR>
                    <a:lnT w="6350" cap="flat" cmpd="sng" algn="ctr">
                      <a:solidFill>
                        <a:srgbClr val="D0DFF0"/>
                      </a:solidFill>
                      <a:prstDash val="solid"/>
                      <a:round/>
                      <a:headEnd type="none" w="med" len="med"/>
                      <a:tailEnd type="none" w="med" len="med"/>
                    </a:lnT>
                    <a:lnB w="6350" cap="flat" cmpd="sng" algn="ctr">
                      <a:solidFill>
                        <a:srgbClr val="D0DFF0"/>
                      </a:solidFill>
                      <a:prstDash val="solid"/>
                      <a:round/>
                      <a:headEnd type="none" w="med" len="med"/>
                      <a:tailEnd type="none" w="med" len="med"/>
                    </a:lnB>
                    <a:solidFill>
                      <a:srgbClr val="1A5FA8"/>
                    </a:solidFill>
                  </a:tcPr>
                </a:tc>
                <a:tc>
                  <a:txBody>
                    <a:bodyPr/>
                    <a:lstStyle/>
                    <a:p>
                      <a:pPr marL="0" indent="0" algn="ctr">
                        <a:buNone/>
                      </a:pPr>
                      <a:r>
                        <a:rPr lang="en-US" altLang="en-US" sz="1400">
                          <a:solidFill>
                            <a:schemeClr val="bg1"/>
                          </a:solidFill>
                          <a:latin typeface="Montserrat" panose="00000500000000000000" charset="0"/>
                          <a:cs typeface="Montserrat" panose="00000500000000000000" charset="0"/>
                        </a:rPr>
                        <a:t>Count</a:t>
                      </a:r>
                      <a:endParaRPr lang="en-US" altLang="en-US" sz="1400">
                        <a:solidFill>
                          <a:schemeClr val="bg1"/>
                        </a:solidFill>
                        <a:latin typeface="Montserrat" panose="00000500000000000000" charset="0"/>
                        <a:cs typeface="Montserrat" panose="00000500000000000000" charset="0"/>
                      </a:endParaRPr>
                    </a:p>
                  </a:txBody>
                  <a:tcPr anchor="ctr">
                    <a:lnL w="6350" cap="flat" cmpd="sng" algn="ctr">
                      <a:solidFill>
                        <a:srgbClr val="D0DFF0"/>
                      </a:solidFill>
                      <a:prstDash val="solid"/>
                      <a:round/>
                      <a:headEnd type="none" w="med" len="med"/>
                      <a:tailEnd type="none" w="med" len="med"/>
                    </a:lnL>
                    <a:lnR w="6350" cap="flat" cmpd="sng" algn="ctr">
                      <a:solidFill>
                        <a:srgbClr val="D0DFF0"/>
                      </a:solidFill>
                      <a:prstDash val="solid"/>
                      <a:round/>
                      <a:headEnd type="none" w="med" len="med"/>
                      <a:tailEnd type="none" w="med" len="med"/>
                    </a:lnR>
                    <a:lnT w="6350" cap="flat" cmpd="sng" algn="ctr">
                      <a:solidFill>
                        <a:srgbClr val="D0DFF0"/>
                      </a:solidFill>
                      <a:prstDash val="solid"/>
                      <a:round/>
                      <a:headEnd type="none" w="med" len="med"/>
                      <a:tailEnd type="none" w="med" len="med"/>
                    </a:lnT>
                    <a:lnB w="6350" cap="flat" cmpd="sng" algn="ctr">
                      <a:solidFill>
                        <a:srgbClr val="D0DFF0"/>
                      </a:solidFill>
                      <a:prstDash val="solid"/>
                      <a:round/>
                      <a:headEnd type="none" w="med" len="med"/>
                      <a:tailEnd type="none" w="med" len="med"/>
                    </a:lnB>
                    <a:solidFill>
                      <a:srgbClr val="1A5FA8"/>
                    </a:solidFill>
                  </a:tcPr>
                </a:tc>
                <a:tc>
                  <a:txBody>
                    <a:bodyPr/>
                    <a:lstStyle/>
                    <a:p>
                      <a:pPr marL="0" indent="0" algn="ctr">
                        <a:buNone/>
                      </a:pPr>
                      <a:r>
                        <a:rPr lang="en-US" altLang="en-US" sz="1400">
                          <a:solidFill>
                            <a:schemeClr val="bg1"/>
                          </a:solidFill>
                          <a:latin typeface="Montserrat" panose="00000500000000000000" charset="0"/>
                          <a:cs typeface="Montserrat" panose="00000500000000000000" charset="0"/>
                        </a:rPr>
                        <a:t>Share</a:t>
                      </a:r>
                      <a:endParaRPr lang="en-US" altLang="en-US" sz="1400">
                        <a:solidFill>
                          <a:schemeClr val="bg1"/>
                        </a:solidFill>
                        <a:latin typeface="Montserrat" panose="00000500000000000000" charset="0"/>
                        <a:cs typeface="Montserrat" panose="00000500000000000000" charset="0"/>
                      </a:endParaRPr>
                    </a:p>
                  </a:txBody>
                  <a:tcPr anchor="ctr">
                    <a:lnL w="6350" cap="flat" cmpd="sng" algn="ctr">
                      <a:solidFill>
                        <a:srgbClr val="D0DFF0"/>
                      </a:solidFill>
                      <a:prstDash val="solid"/>
                      <a:round/>
                      <a:headEnd type="none" w="med" len="med"/>
                      <a:tailEnd type="none" w="med" len="med"/>
                    </a:lnL>
                    <a:lnR w="6350" cap="flat" cmpd="sng" algn="ctr">
                      <a:solidFill>
                        <a:srgbClr val="D0DFF0"/>
                      </a:solidFill>
                      <a:prstDash val="solid"/>
                      <a:round/>
                      <a:headEnd type="none" w="med" len="med"/>
                      <a:tailEnd type="none" w="med" len="med"/>
                    </a:lnR>
                    <a:lnT w="6350" cap="flat" cmpd="sng" algn="ctr">
                      <a:solidFill>
                        <a:srgbClr val="D0DFF0"/>
                      </a:solidFill>
                      <a:prstDash val="solid"/>
                      <a:round/>
                      <a:headEnd type="none" w="med" len="med"/>
                      <a:tailEnd type="none" w="med" len="med"/>
                    </a:lnT>
                    <a:lnB w="6350" cap="flat" cmpd="sng" algn="ctr">
                      <a:solidFill>
                        <a:srgbClr val="D0DFF0"/>
                      </a:solidFill>
                      <a:prstDash val="solid"/>
                      <a:round/>
                      <a:headEnd type="none" w="med" len="med"/>
                      <a:tailEnd type="none" w="med" len="med"/>
                    </a:lnB>
                    <a:solidFill>
                      <a:srgbClr val="1A5FA8"/>
                    </a:solidFill>
                  </a:tcPr>
                </a:tc>
                <a:tc>
                  <a:txBody>
                    <a:bodyPr/>
                    <a:lstStyle/>
                    <a:p>
                      <a:pPr marL="0" indent="0" algn="ctr">
                        <a:buNone/>
                      </a:pPr>
                      <a:r>
                        <a:rPr lang="en-US" altLang="en-US" sz="1400">
                          <a:solidFill>
                            <a:schemeClr val="bg1"/>
                          </a:solidFill>
                          <a:latin typeface="Montserrat" panose="00000500000000000000" charset="0"/>
                          <a:cs typeface="Montserrat" panose="00000500000000000000" charset="0"/>
                        </a:rPr>
                        <a:t>Fraud?</a:t>
                      </a:r>
                      <a:endParaRPr lang="en-US" altLang="en-US" sz="1400">
                        <a:solidFill>
                          <a:schemeClr val="bg1"/>
                        </a:solidFill>
                        <a:latin typeface="Montserrat" panose="00000500000000000000" charset="0"/>
                        <a:cs typeface="Montserrat" panose="00000500000000000000" charset="0"/>
                      </a:endParaRPr>
                    </a:p>
                  </a:txBody>
                  <a:tcPr anchor="ctr">
                    <a:lnL w="6350" cap="flat" cmpd="sng" algn="ctr">
                      <a:solidFill>
                        <a:srgbClr val="D0DFF0"/>
                      </a:solidFill>
                      <a:prstDash val="solid"/>
                      <a:round/>
                      <a:headEnd type="none" w="med" len="med"/>
                      <a:tailEnd type="none" w="med" len="med"/>
                    </a:lnL>
                    <a:lnR w="6350" cap="flat" cmpd="sng" algn="ctr">
                      <a:solidFill>
                        <a:srgbClr val="D0DFF0"/>
                      </a:solidFill>
                      <a:prstDash val="solid"/>
                      <a:round/>
                      <a:headEnd type="none" w="med" len="med"/>
                      <a:tailEnd type="none" w="med" len="med"/>
                    </a:lnR>
                    <a:lnT w="6350" cap="flat" cmpd="sng" algn="ctr">
                      <a:solidFill>
                        <a:srgbClr val="D0DFF0"/>
                      </a:solidFill>
                      <a:prstDash val="solid"/>
                      <a:round/>
                      <a:headEnd type="none" w="med" len="med"/>
                      <a:tailEnd type="none" w="med" len="med"/>
                    </a:lnT>
                    <a:lnB w="6350" cap="flat" cmpd="sng" algn="ctr">
                      <a:solidFill>
                        <a:srgbClr val="D0DFF0"/>
                      </a:solidFill>
                      <a:prstDash val="solid"/>
                      <a:round/>
                      <a:headEnd type="none" w="med" len="med"/>
                      <a:tailEnd type="none" w="med" len="med"/>
                    </a:lnB>
                    <a:solidFill>
                      <a:srgbClr val="1A5FA8"/>
                    </a:solidFill>
                  </a:tcPr>
                </a:tc>
              </a:tr>
              <a:tr h="677545">
                <a:tc>
                  <a:txBody>
                    <a:bodyPr/>
                    <a:lstStyle/>
                    <a:p>
                      <a:pPr marL="0" indent="0" algn="ctr">
                        <a:buNone/>
                      </a:pPr>
                      <a:r>
                        <a:rPr lang="en-US" altLang="en-US" sz="1400">
                          <a:solidFill>
                            <a:schemeClr val="dk1"/>
                          </a:solidFill>
                          <a:latin typeface="Montserrat" panose="00000500000000000000" charset="0"/>
                          <a:cs typeface="Montserrat" panose="00000500000000000000" charset="0"/>
                        </a:rPr>
                        <a:t>PAYMENT</a:t>
                      </a:r>
                      <a:endParaRPr lang="en-US" altLang="en-US" sz="1400">
                        <a:solidFill>
                          <a:schemeClr val="dk1"/>
                        </a:solidFill>
                        <a:latin typeface="Montserrat" panose="00000500000000000000" charset="0"/>
                        <a:cs typeface="Montserrat" panose="00000500000000000000" charset="0"/>
                      </a:endParaRPr>
                    </a:p>
                  </a:txBody>
                  <a:tcPr anchor="ctr">
                    <a:lnL w="6350" cap="flat" cmpd="sng" algn="ctr">
                      <a:solidFill>
                        <a:srgbClr val="D0DFF0"/>
                      </a:solidFill>
                      <a:prstDash val="solid"/>
                      <a:round/>
                      <a:headEnd type="none" w="med" len="med"/>
                      <a:tailEnd type="none" w="med" len="med"/>
                    </a:lnL>
                    <a:lnR w="6350" cap="flat" cmpd="sng" algn="ctr">
                      <a:solidFill>
                        <a:srgbClr val="D0DFF0"/>
                      </a:solidFill>
                      <a:prstDash val="solid"/>
                      <a:round/>
                      <a:headEnd type="none" w="med" len="med"/>
                      <a:tailEnd type="none" w="med" len="med"/>
                    </a:lnR>
                    <a:lnT w="6350" cap="flat" cmpd="sng" algn="ctr">
                      <a:solidFill>
                        <a:srgbClr val="D0DFF0"/>
                      </a:solidFill>
                      <a:prstDash val="solid"/>
                      <a:round/>
                      <a:headEnd type="none" w="med" len="med"/>
                      <a:tailEnd type="none" w="med" len="med"/>
                    </a:lnT>
                    <a:lnB w="6350" cap="flat" cmpd="sng" algn="ctr">
                      <a:solidFill>
                        <a:srgbClr val="D0DFF0"/>
                      </a:solidFill>
                      <a:prstDash val="solid"/>
                      <a:round/>
                      <a:headEnd type="none" w="med" len="med"/>
                      <a:tailEnd type="none" w="med" len="med"/>
                    </a:lnB>
                  </a:tcPr>
                </a:tc>
                <a:tc>
                  <a:txBody>
                    <a:bodyPr/>
                    <a:lstStyle/>
                    <a:p>
                      <a:pPr marL="0" indent="0" algn="ctr">
                        <a:buNone/>
                      </a:pPr>
                      <a:r>
                        <a:rPr lang="en-US" altLang="en-US" sz="1400">
                          <a:solidFill>
                            <a:schemeClr val="dk1"/>
                          </a:solidFill>
                          <a:latin typeface="Montserrat" panose="00000500000000000000" charset="0"/>
                          <a:cs typeface="Montserrat" panose="00000500000000000000" charset="0"/>
                        </a:rPr>
                        <a:t>22,500</a:t>
                      </a:r>
                      <a:endParaRPr lang="en-US" altLang="en-US" sz="1400">
                        <a:solidFill>
                          <a:schemeClr val="dk1"/>
                        </a:solidFill>
                        <a:latin typeface="Montserrat" panose="00000500000000000000" charset="0"/>
                        <a:cs typeface="Montserrat" panose="00000500000000000000" charset="0"/>
                      </a:endParaRPr>
                    </a:p>
                  </a:txBody>
                  <a:tcPr anchor="ctr">
                    <a:lnL w="6350" cap="flat" cmpd="sng" algn="ctr">
                      <a:solidFill>
                        <a:srgbClr val="D0DFF0"/>
                      </a:solidFill>
                      <a:prstDash val="solid"/>
                      <a:round/>
                      <a:headEnd type="none" w="med" len="med"/>
                      <a:tailEnd type="none" w="med" len="med"/>
                    </a:lnL>
                    <a:lnR w="6350" cap="flat" cmpd="sng" algn="ctr">
                      <a:solidFill>
                        <a:srgbClr val="D0DFF0"/>
                      </a:solidFill>
                      <a:prstDash val="solid"/>
                      <a:round/>
                      <a:headEnd type="none" w="med" len="med"/>
                      <a:tailEnd type="none" w="med" len="med"/>
                    </a:lnR>
                    <a:lnT w="6350" cap="flat" cmpd="sng" algn="ctr">
                      <a:solidFill>
                        <a:srgbClr val="D0DFF0"/>
                      </a:solidFill>
                      <a:prstDash val="solid"/>
                      <a:round/>
                      <a:headEnd type="none" w="med" len="med"/>
                      <a:tailEnd type="none" w="med" len="med"/>
                    </a:lnT>
                    <a:lnB w="6350" cap="flat" cmpd="sng" algn="ctr">
                      <a:solidFill>
                        <a:srgbClr val="D0DFF0"/>
                      </a:solidFill>
                      <a:prstDash val="solid"/>
                      <a:round/>
                      <a:headEnd type="none" w="med" len="med"/>
                      <a:tailEnd type="none" w="med" len="med"/>
                    </a:lnB>
                  </a:tcPr>
                </a:tc>
                <a:tc>
                  <a:txBody>
                    <a:bodyPr/>
                    <a:lstStyle/>
                    <a:p>
                      <a:pPr marL="0" indent="0" algn="ctr">
                        <a:buNone/>
                      </a:pPr>
                      <a:r>
                        <a:rPr lang="en-US" altLang="en-US" sz="1400">
                          <a:solidFill>
                            <a:schemeClr val="dk1"/>
                          </a:solidFill>
                          <a:latin typeface="Montserrat" panose="00000500000000000000" charset="0"/>
                          <a:cs typeface="Montserrat" panose="00000500000000000000" charset="0"/>
                        </a:rPr>
                        <a:t>43.6%</a:t>
                      </a:r>
                      <a:endParaRPr lang="en-US" altLang="en-US" sz="1400">
                        <a:solidFill>
                          <a:schemeClr val="dk1"/>
                        </a:solidFill>
                        <a:latin typeface="Montserrat" panose="00000500000000000000" charset="0"/>
                        <a:cs typeface="Montserrat" panose="00000500000000000000" charset="0"/>
                      </a:endParaRPr>
                    </a:p>
                  </a:txBody>
                  <a:tcPr anchor="ctr">
                    <a:lnL w="6350" cap="flat" cmpd="sng" algn="ctr">
                      <a:solidFill>
                        <a:srgbClr val="D0DFF0"/>
                      </a:solidFill>
                      <a:prstDash val="solid"/>
                      <a:round/>
                      <a:headEnd type="none" w="med" len="med"/>
                      <a:tailEnd type="none" w="med" len="med"/>
                    </a:lnL>
                    <a:lnR w="6350" cap="flat" cmpd="sng" algn="ctr">
                      <a:solidFill>
                        <a:srgbClr val="D0DFF0"/>
                      </a:solidFill>
                      <a:prstDash val="solid"/>
                      <a:round/>
                      <a:headEnd type="none" w="med" len="med"/>
                      <a:tailEnd type="none" w="med" len="med"/>
                    </a:lnR>
                    <a:lnT w="6350" cap="flat" cmpd="sng" algn="ctr">
                      <a:solidFill>
                        <a:srgbClr val="D0DFF0"/>
                      </a:solidFill>
                      <a:prstDash val="solid"/>
                      <a:round/>
                      <a:headEnd type="none" w="med" len="med"/>
                      <a:tailEnd type="none" w="med" len="med"/>
                    </a:lnT>
                    <a:lnB w="6350" cap="flat" cmpd="sng" algn="ctr">
                      <a:solidFill>
                        <a:srgbClr val="D0DFF0"/>
                      </a:solidFill>
                      <a:prstDash val="solid"/>
                      <a:round/>
                      <a:headEnd type="none" w="med" len="med"/>
                      <a:tailEnd type="none" w="med" len="med"/>
                    </a:lnB>
                  </a:tcPr>
                </a:tc>
                <a:tc>
                  <a:txBody>
                    <a:bodyPr/>
                    <a:lstStyle/>
                    <a:p>
                      <a:pPr marL="0" indent="0" algn="ctr">
                        <a:buNone/>
                      </a:pPr>
                      <a:r>
                        <a:rPr lang="en-US" altLang="en-US" sz="1400">
                          <a:solidFill>
                            <a:schemeClr val="dk1"/>
                          </a:solidFill>
                          <a:latin typeface="Montserrat" panose="00000500000000000000" charset="0"/>
                          <a:cs typeface="Montserrat" panose="00000500000000000000" charset="0"/>
                        </a:rPr>
                        <a:t>None</a:t>
                      </a:r>
                      <a:endParaRPr lang="en-US" altLang="en-US" sz="1400">
                        <a:solidFill>
                          <a:schemeClr val="dk1"/>
                        </a:solidFill>
                        <a:latin typeface="Montserrat" panose="00000500000000000000" charset="0"/>
                        <a:cs typeface="Montserrat" panose="00000500000000000000" charset="0"/>
                      </a:endParaRPr>
                    </a:p>
                  </a:txBody>
                  <a:tcPr anchor="ctr">
                    <a:lnL w="6350" cap="flat" cmpd="sng" algn="ctr">
                      <a:solidFill>
                        <a:srgbClr val="D0DFF0"/>
                      </a:solidFill>
                      <a:prstDash val="solid"/>
                      <a:round/>
                      <a:headEnd type="none" w="med" len="med"/>
                      <a:tailEnd type="none" w="med" len="med"/>
                    </a:lnL>
                    <a:lnR w="6350" cap="flat" cmpd="sng" algn="ctr">
                      <a:solidFill>
                        <a:srgbClr val="D0DFF0"/>
                      </a:solidFill>
                      <a:prstDash val="solid"/>
                      <a:round/>
                      <a:headEnd type="none" w="med" len="med"/>
                      <a:tailEnd type="none" w="med" len="med"/>
                    </a:lnR>
                    <a:lnT w="6350" cap="flat" cmpd="sng" algn="ctr">
                      <a:solidFill>
                        <a:srgbClr val="D0DFF0"/>
                      </a:solidFill>
                      <a:prstDash val="solid"/>
                      <a:round/>
                      <a:headEnd type="none" w="med" len="med"/>
                      <a:tailEnd type="none" w="med" len="med"/>
                    </a:lnT>
                    <a:lnB w="6350" cap="flat" cmpd="sng" algn="ctr">
                      <a:solidFill>
                        <a:srgbClr val="D0DFF0"/>
                      </a:solidFill>
                      <a:prstDash val="solid"/>
                      <a:round/>
                      <a:headEnd type="none" w="med" len="med"/>
                      <a:tailEnd type="none" w="med" len="med"/>
                    </a:lnB>
                  </a:tcPr>
                </a:tc>
              </a:tr>
              <a:tr h="677545">
                <a:tc>
                  <a:txBody>
                    <a:bodyPr/>
                    <a:lstStyle/>
                    <a:p>
                      <a:pPr marL="0" indent="0" algn="ctr">
                        <a:buNone/>
                      </a:pPr>
                      <a:r>
                        <a:rPr lang="en-US" altLang="en-US" sz="1400">
                          <a:solidFill>
                            <a:schemeClr val="dk1"/>
                          </a:solidFill>
                          <a:latin typeface="Montserrat" panose="00000500000000000000" charset="0"/>
                          <a:cs typeface="Montserrat" panose="00000500000000000000" charset="0"/>
                        </a:rPr>
                        <a:t>CASH_OUT</a:t>
                      </a:r>
                      <a:endParaRPr lang="en-US" altLang="en-US" sz="1400">
                        <a:solidFill>
                          <a:schemeClr val="dk1"/>
                        </a:solidFill>
                        <a:latin typeface="Montserrat" panose="00000500000000000000" charset="0"/>
                        <a:cs typeface="Montserrat" panose="00000500000000000000" charset="0"/>
                      </a:endParaRPr>
                    </a:p>
                  </a:txBody>
                  <a:tcPr anchor="ctr">
                    <a:lnL w="6350" cap="flat" cmpd="sng" algn="ctr">
                      <a:solidFill>
                        <a:srgbClr val="D0DFF0"/>
                      </a:solidFill>
                      <a:prstDash val="solid"/>
                      <a:round/>
                      <a:headEnd type="none" w="med" len="med"/>
                      <a:tailEnd type="none" w="med" len="med"/>
                    </a:lnL>
                    <a:lnR w="6350" cap="flat" cmpd="sng" algn="ctr">
                      <a:solidFill>
                        <a:srgbClr val="D0DFF0"/>
                      </a:solidFill>
                      <a:prstDash val="solid"/>
                      <a:round/>
                      <a:headEnd type="none" w="med" len="med"/>
                      <a:tailEnd type="none" w="med" len="med"/>
                    </a:lnR>
                    <a:lnT w="6350" cap="flat" cmpd="sng" algn="ctr">
                      <a:solidFill>
                        <a:srgbClr val="D0DFF0"/>
                      </a:solidFill>
                      <a:prstDash val="solid"/>
                      <a:round/>
                      <a:headEnd type="none" w="med" len="med"/>
                      <a:tailEnd type="none" w="med" len="med"/>
                    </a:lnT>
                    <a:lnB w="6350" cap="flat" cmpd="sng" algn="ctr">
                      <a:solidFill>
                        <a:srgbClr val="D0DFF0"/>
                      </a:solidFill>
                      <a:prstDash val="solid"/>
                      <a:round/>
                      <a:headEnd type="none" w="med" len="med"/>
                      <a:tailEnd type="none" w="med" len="med"/>
                    </a:lnB>
                  </a:tcPr>
                </a:tc>
                <a:tc>
                  <a:txBody>
                    <a:bodyPr/>
                    <a:lstStyle/>
                    <a:p>
                      <a:pPr marL="0" indent="0" algn="ctr">
                        <a:buNone/>
                      </a:pPr>
                      <a:r>
                        <a:rPr lang="en-US" altLang="en-US" sz="1400">
                          <a:solidFill>
                            <a:schemeClr val="dk1"/>
                          </a:solidFill>
                          <a:latin typeface="Montserrat" panose="00000500000000000000" charset="0"/>
                          <a:cs typeface="Montserrat" panose="00000500000000000000" charset="0"/>
                        </a:rPr>
                        <a:t>14,243</a:t>
                      </a:r>
                      <a:endParaRPr lang="en-US" altLang="en-US" sz="1400">
                        <a:solidFill>
                          <a:schemeClr val="dk1"/>
                        </a:solidFill>
                        <a:latin typeface="Montserrat" panose="00000500000000000000" charset="0"/>
                        <a:cs typeface="Montserrat" panose="00000500000000000000" charset="0"/>
                      </a:endParaRPr>
                    </a:p>
                  </a:txBody>
                  <a:tcPr anchor="ctr">
                    <a:lnL w="6350" cap="flat" cmpd="sng" algn="ctr">
                      <a:solidFill>
                        <a:srgbClr val="D0DFF0"/>
                      </a:solidFill>
                      <a:prstDash val="solid"/>
                      <a:round/>
                      <a:headEnd type="none" w="med" len="med"/>
                      <a:tailEnd type="none" w="med" len="med"/>
                    </a:lnL>
                    <a:lnR w="6350" cap="flat" cmpd="sng" algn="ctr">
                      <a:solidFill>
                        <a:srgbClr val="D0DFF0"/>
                      </a:solidFill>
                      <a:prstDash val="solid"/>
                      <a:round/>
                      <a:headEnd type="none" w="med" len="med"/>
                      <a:tailEnd type="none" w="med" len="med"/>
                    </a:lnR>
                    <a:lnT w="6350" cap="flat" cmpd="sng" algn="ctr">
                      <a:solidFill>
                        <a:srgbClr val="D0DFF0"/>
                      </a:solidFill>
                      <a:prstDash val="solid"/>
                      <a:round/>
                      <a:headEnd type="none" w="med" len="med"/>
                      <a:tailEnd type="none" w="med" len="med"/>
                    </a:lnT>
                    <a:lnB w="6350" cap="flat" cmpd="sng" algn="ctr">
                      <a:solidFill>
                        <a:srgbClr val="D0DFF0"/>
                      </a:solidFill>
                      <a:prstDash val="solid"/>
                      <a:round/>
                      <a:headEnd type="none" w="med" len="med"/>
                      <a:tailEnd type="none" w="med" len="med"/>
                    </a:lnB>
                  </a:tcPr>
                </a:tc>
                <a:tc>
                  <a:txBody>
                    <a:bodyPr/>
                    <a:lstStyle/>
                    <a:p>
                      <a:pPr marL="0" indent="0" algn="ctr">
                        <a:buNone/>
                      </a:pPr>
                      <a:r>
                        <a:rPr lang="en-US" altLang="en-US" sz="1400">
                          <a:solidFill>
                            <a:schemeClr val="dk1"/>
                          </a:solidFill>
                          <a:latin typeface="Montserrat" panose="00000500000000000000" charset="0"/>
                          <a:cs typeface="Montserrat" panose="00000500000000000000" charset="0"/>
                        </a:rPr>
                        <a:t>27.6%</a:t>
                      </a:r>
                      <a:endParaRPr lang="en-US" altLang="en-US" sz="1400">
                        <a:solidFill>
                          <a:schemeClr val="dk1"/>
                        </a:solidFill>
                        <a:latin typeface="Montserrat" panose="00000500000000000000" charset="0"/>
                        <a:cs typeface="Montserrat" panose="00000500000000000000" charset="0"/>
                      </a:endParaRPr>
                    </a:p>
                  </a:txBody>
                  <a:tcPr anchor="ctr">
                    <a:lnL w="6350" cap="flat" cmpd="sng" algn="ctr">
                      <a:solidFill>
                        <a:srgbClr val="D0DFF0"/>
                      </a:solidFill>
                      <a:prstDash val="solid"/>
                      <a:round/>
                      <a:headEnd type="none" w="med" len="med"/>
                      <a:tailEnd type="none" w="med" len="med"/>
                    </a:lnL>
                    <a:lnR w="6350" cap="flat" cmpd="sng" algn="ctr">
                      <a:solidFill>
                        <a:srgbClr val="D0DFF0"/>
                      </a:solidFill>
                      <a:prstDash val="solid"/>
                      <a:round/>
                      <a:headEnd type="none" w="med" len="med"/>
                      <a:tailEnd type="none" w="med" len="med"/>
                    </a:lnR>
                    <a:lnT w="6350" cap="flat" cmpd="sng" algn="ctr">
                      <a:solidFill>
                        <a:srgbClr val="D0DFF0"/>
                      </a:solidFill>
                      <a:prstDash val="solid"/>
                      <a:round/>
                      <a:headEnd type="none" w="med" len="med"/>
                      <a:tailEnd type="none" w="med" len="med"/>
                    </a:lnT>
                    <a:lnB w="6350" cap="flat" cmpd="sng" algn="ctr">
                      <a:solidFill>
                        <a:srgbClr val="D0DFF0"/>
                      </a:solidFill>
                      <a:prstDash val="solid"/>
                      <a:round/>
                      <a:headEnd type="none" w="med" len="med"/>
                      <a:tailEnd type="none" w="med" len="med"/>
                    </a:lnB>
                  </a:tcPr>
                </a:tc>
                <a:tc>
                  <a:txBody>
                    <a:bodyPr/>
                    <a:lstStyle/>
                    <a:p>
                      <a:pPr marL="0" indent="0" algn="ctr">
                        <a:buNone/>
                      </a:pPr>
                      <a:r>
                        <a:rPr lang="en-US" altLang="en-US" sz="1400">
                          <a:solidFill>
                            <a:schemeClr val="dk1"/>
                          </a:solidFill>
                          <a:latin typeface="Montserrat" panose="00000500000000000000" charset="0"/>
                          <a:cs typeface="Montserrat" panose="00000500000000000000" charset="0"/>
                        </a:rPr>
                        <a:t>✓ 51 cases</a:t>
                      </a:r>
                      <a:endParaRPr lang="en-US" altLang="en-US" sz="1400">
                        <a:solidFill>
                          <a:schemeClr val="dk1"/>
                        </a:solidFill>
                        <a:latin typeface="Montserrat" panose="00000500000000000000" charset="0"/>
                        <a:cs typeface="Montserrat" panose="00000500000000000000" charset="0"/>
                      </a:endParaRPr>
                    </a:p>
                  </a:txBody>
                  <a:tcPr anchor="ctr">
                    <a:lnL w="6350" cap="flat" cmpd="sng" algn="ctr">
                      <a:solidFill>
                        <a:srgbClr val="D0DFF0"/>
                      </a:solidFill>
                      <a:prstDash val="solid"/>
                      <a:round/>
                      <a:headEnd type="none" w="med" len="med"/>
                      <a:tailEnd type="none" w="med" len="med"/>
                    </a:lnL>
                    <a:lnR w="6350" cap="flat" cmpd="sng" algn="ctr">
                      <a:solidFill>
                        <a:srgbClr val="D0DFF0"/>
                      </a:solidFill>
                      <a:prstDash val="solid"/>
                      <a:round/>
                      <a:headEnd type="none" w="med" len="med"/>
                      <a:tailEnd type="none" w="med" len="med"/>
                    </a:lnR>
                    <a:lnT w="6350" cap="flat" cmpd="sng" algn="ctr">
                      <a:solidFill>
                        <a:srgbClr val="D0DFF0"/>
                      </a:solidFill>
                      <a:prstDash val="solid"/>
                      <a:round/>
                      <a:headEnd type="none" w="med" len="med"/>
                      <a:tailEnd type="none" w="med" len="med"/>
                    </a:lnT>
                    <a:lnB w="6350" cap="flat" cmpd="sng" algn="ctr">
                      <a:solidFill>
                        <a:srgbClr val="D0DFF0"/>
                      </a:solidFill>
                      <a:prstDash val="solid"/>
                      <a:round/>
                      <a:headEnd type="none" w="med" len="med"/>
                      <a:tailEnd type="none" w="med" len="med"/>
                    </a:lnB>
                  </a:tcPr>
                </a:tc>
              </a:tr>
              <a:tr h="676910">
                <a:tc>
                  <a:txBody>
                    <a:bodyPr/>
                    <a:lstStyle/>
                    <a:p>
                      <a:pPr marL="0" indent="0" algn="ctr">
                        <a:buNone/>
                      </a:pPr>
                      <a:r>
                        <a:rPr lang="en-US" altLang="en-US" sz="1400">
                          <a:solidFill>
                            <a:schemeClr val="dk1"/>
                          </a:solidFill>
                          <a:latin typeface="Montserrat" panose="00000500000000000000" charset="0"/>
                          <a:cs typeface="Montserrat" panose="00000500000000000000" charset="0"/>
                        </a:rPr>
                        <a:t>CASH_IN</a:t>
                      </a:r>
                      <a:endParaRPr lang="en-US" altLang="en-US" sz="1400">
                        <a:solidFill>
                          <a:schemeClr val="dk1"/>
                        </a:solidFill>
                        <a:latin typeface="Montserrat" panose="00000500000000000000" charset="0"/>
                        <a:cs typeface="Montserrat" panose="00000500000000000000" charset="0"/>
                      </a:endParaRPr>
                    </a:p>
                  </a:txBody>
                  <a:tcPr anchor="ctr">
                    <a:lnL w="6350" cap="flat" cmpd="sng" algn="ctr">
                      <a:solidFill>
                        <a:srgbClr val="D0DFF0"/>
                      </a:solidFill>
                      <a:prstDash val="solid"/>
                      <a:round/>
                      <a:headEnd type="none" w="med" len="med"/>
                      <a:tailEnd type="none" w="med" len="med"/>
                    </a:lnL>
                    <a:lnR w="6350" cap="flat" cmpd="sng" algn="ctr">
                      <a:solidFill>
                        <a:srgbClr val="D0DFF0"/>
                      </a:solidFill>
                      <a:prstDash val="solid"/>
                      <a:round/>
                      <a:headEnd type="none" w="med" len="med"/>
                      <a:tailEnd type="none" w="med" len="med"/>
                    </a:lnR>
                    <a:lnT w="6350" cap="flat" cmpd="sng" algn="ctr">
                      <a:solidFill>
                        <a:srgbClr val="D0DFF0"/>
                      </a:solidFill>
                      <a:prstDash val="solid"/>
                      <a:round/>
                      <a:headEnd type="none" w="med" len="med"/>
                      <a:tailEnd type="none" w="med" len="med"/>
                    </a:lnT>
                    <a:lnB w="6350" cap="flat" cmpd="sng" algn="ctr">
                      <a:solidFill>
                        <a:srgbClr val="D0DFF0"/>
                      </a:solidFill>
                      <a:prstDash val="solid"/>
                      <a:round/>
                      <a:headEnd type="none" w="med" len="med"/>
                      <a:tailEnd type="none" w="med" len="med"/>
                    </a:lnB>
                  </a:tcPr>
                </a:tc>
                <a:tc>
                  <a:txBody>
                    <a:bodyPr/>
                    <a:lstStyle/>
                    <a:p>
                      <a:pPr marL="0" indent="0" algn="ctr">
                        <a:buNone/>
                      </a:pPr>
                      <a:r>
                        <a:rPr lang="en-US" altLang="en-US" sz="1400">
                          <a:solidFill>
                            <a:schemeClr val="dk1"/>
                          </a:solidFill>
                          <a:latin typeface="Montserrat" panose="00000500000000000000" charset="0"/>
                          <a:cs typeface="Montserrat" panose="00000500000000000000" charset="0"/>
                        </a:rPr>
                        <a:t> 9,358</a:t>
                      </a:r>
                      <a:endParaRPr lang="en-US" altLang="en-US" sz="1400">
                        <a:solidFill>
                          <a:schemeClr val="dk1"/>
                        </a:solidFill>
                        <a:latin typeface="Montserrat" panose="00000500000000000000" charset="0"/>
                        <a:cs typeface="Montserrat" panose="00000500000000000000" charset="0"/>
                      </a:endParaRPr>
                    </a:p>
                  </a:txBody>
                  <a:tcPr anchor="ctr">
                    <a:lnL w="6350" cap="flat" cmpd="sng" algn="ctr">
                      <a:solidFill>
                        <a:srgbClr val="D0DFF0"/>
                      </a:solidFill>
                      <a:prstDash val="solid"/>
                      <a:round/>
                      <a:headEnd type="none" w="med" len="med"/>
                      <a:tailEnd type="none" w="med" len="med"/>
                    </a:lnL>
                    <a:lnR w="6350" cap="flat" cmpd="sng" algn="ctr">
                      <a:solidFill>
                        <a:srgbClr val="D0DFF0"/>
                      </a:solidFill>
                      <a:prstDash val="solid"/>
                      <a:round/>
                      <a:headEnd type="none" w="med" len="med"/>
                      <a:tailEnd type="none" w="med" len="med"/>
                    </a:lnR>
                    <a:lnT w="6350" cap="flat" cmpd="sng" algn="ctr">
                      <a:solidFill>
                        <a:srgbClr val="D0DFF0"/>
                      </a:solidFill>
                      <a:prstDash val="solid"/>
                      <a:round/>
                      <a:headEnd type="none" w="med" len="med"/>
                      <a:tailEnd type="none" w="med" len="med"/>
                    </a:lnT>
                    <a:lnB w="6350" cap="flat" cmpd="sng" algn="ctr">
                      <a:solidFill>
                        <a:srgbClr val="D0DFF0"/>
                      </a:solidFill>
                      <a:prstDash val="solid"/>
                      <a:round/>
                      <a:headEnd type="none" w="med" len="med"/>
                      <a:tailEnd type="none" w="med" len="med"/>
                    </a:lnB>
                  </a:tcPr>
                </a:tc>
                <a:tc>
                  <a:txBody>
                    <a:bodyPr/>
                    <a:lstStyle/>
                    <a:p>
                      <a:pPr marL="0" indent="0" algn="ctr">
                        <a:buNone/>
                      </a:pPr>
                      <a:r>
                        <a:rPr lang="en-US" altLang="en-US" sz="1400">
                          <a:solidFill>
                            <a:schemeClr val="dk1"/>
                          </a:solidFill>
                          <a:latin typeface="Montserrat" panose="00000500000000000000" charset="0"/>
                          <a:cs typeface="Montserrat" panose="00000500000000000000" charset="0"/>
                        </a:rPr>
                        <a:t>18.1%</a:t>
                      </a:r>
                      <a:endParaRPr lang="en-US" altLang="en-US" sz="1400">
                        <a:solidFill>
                          <a:schemeClr val="dk1"/>
                        </a:solidFill>
                        <a:latin typeface="Montserrat" panose="00000500000000000000" charset="0"/>
                        <a:cs typeface="Montserrat" panose="00000500000000000000" charset="0"/>
                      </a:endParaRPr>
                    </a:p>
                  </a:txBody>
                  <a:tcPr anchor="ctr">
                    <a:lnL w="6350" cap="flat" cmpd="sng" algn="ctr">
                      <a:solidFill>
                        <a:srgbClr val="D0DFF0"/>
                      </a:solidFill>
                      <a:prstDash val="solid"/>
                      <a:round/>
                      <a:headEnd type="none" w="med" len="med"/>
                      <a:tailEnd type="none" w="med" len="med"/>
                    </a:lnL>
                    <a:lnR w="6350" cap="flat" cmpd="sng" algn="ctr">
                      <a:solidFill>
                        <a:srgbClr val="D0DFF0"/>
                      </a:solidFill>
                      <a:prstDash val="solid"/>
                      <a:round/>
                      <a:headEnd type="none" w="med" len="med"/>
                      <a:tailEnd type="none" w="med" len="med"/>
                    </a:lnR>
                    <a:lnT w="6350" cap="flat" cmpd="sng" algn="ctr">
                      <a:solidFill>
                        <a:srgbClr val="D0DFF0"/>
                      </a:solidFill>
                      <a:prstDash val="solid"/>
                      <a:round/>
                      <a:headEnd type="none" w="med" len="med"/>
                      <a:tailEnd type="none" w="med" len="med"/>
                    </a:lnT>
                    <a:lnB w="6350" cap="flat" cmpd="sng" algn="ctr">
                      <a:solidFill>
                        <a:srgbClr val="D0DFF0"/>
                      </a:solidFill>
                      <a:prstDash val="solid"/>
                      <a:round/>
                      <a:headEnd type="none" w="med" len="med"/>
                      <a:tailEnd type="none" w="med" len="med"/>
                    </a:lnB>
                  </a:tcPr>
                </a:tc>
                <a:tc>
                  <a:txBody>
                    <a:bodyPr/>
                    <a:lstStyle/>
                    <a:p>
                      <a:pPr marL="0" indent="0" algn="ctr">
                        <a:buNone/>
                      </a:pPr>
                      <a:r>
                        <a:rPr lang="en-US" altLang="en-US" sz="1400">
                          <a:solidFill>
                            <a:schemeClr val="dk1"/>
                          </a:solidFill>
                          <a:latin typeface="Montserrat" panose="00000500000000000000" charset="0"/>
                          <a:cs typeface="Montserrat" panose="00000500000000000000" charset="0"/>
                        </a:rPr>
                        <a:t>None</a:t>
                      </a:r>
                      <a:endParaRPr lang="en-US" altLang="en-US" sz="1400">
                        <a:solidFill>
                          <a:schemeClr val="dk1"/>
                        </a:solidFill>
                        <a:latin typeface="Montserrat" panose="00000500000000000000" charset="0"/>
                        <a:cs typeface="Montserrat" panose="00000500000000000000" charset="0"/>
                      </a:endParaRPr>
                    </a:p>
                  </a:txBody>
                  <a:tcPr anchor="ctr">
                    <a:lnL w="6350" cap="flat" cmpd="sng" algn="ctr">
                      <a:solidFill>
                        <a:srgbClr val="D0DFF0"/>
                      </a:solidFill>
                      <a:prstDash val="solid"/>
                      <a:round/>
                      <a:headEnd type="none" w="med" len="med"/>
                      <a:tailEnd type="none" w="med" len="med"/>
                    </a:lnL>
                    <a:lnR w="6350" cap="flat" cmpd="sng" algn="ctr">
                      <a:solidFill>
                        <a:srgbClr val="D0DFF0"/>
                      </a:solidFill>
                      <a:prstDash val="solid"/>
                      <a:round/>
                      <a:headEnd type="none" w="med" len="med"/>
                      <a:tailEnd type="none" w="med" len="med"/>
                    </a:lnR>
                    <a:lnT w="6350" cap="flat" cmpd="sng" algn="ctr">
                      <a:solidFill>
                        <a:srgbClr val="D0DFF0"/>
                      </a:solidFill>
                      <a:prstDash val="solid"/>
                      <a:round/>
                      <a:headEnd type="none" w="med" len="med"/>
                      <a:tailEnd type="none" w="med" len="med"/>
                    </a:lnT>
                    <a:lnB w="6350" cap="flat" cmpd="sng" algn="ctr">
                      <a:solidFill>
                        <a:srgbClr val="D0DFF0"/>
                      </a:solidFill>
                      <a:prstDash val="solid"/>
                      <a:round/>
                      <a:headEnd type="none" w="med" len="med"/>
                      <a:tailEnd type="none" w="med" len="med"/>
                    </a:lnB>
                  </a:tcPr>
                </a:tc>
              </a:tr>
              <a:tr h="677545">
                <a:tc>
                  <a:txBody>
                    <a:bodyPr/>
                    <a:lstStyle/>
                    <a:p>
                      <a:pPr marL="0" indent="0" algn="ctr">
                        <a:buNone/>
                      </a:pPr>
                      <a:r>
                        <a:rPr lang="en-US" altLang="en-US" sz="1400">
                          <a:solidFill>
                            <a:schemeClr val="dk1"/>
                          </a:solidFill>
                          <a:latin typeface="Montserrat" panose="00000500000000000000" charset="0"/>
                          <a:cs typeface="Montserrat" panose="00000500000000000000" charset="0"/>
                        </a:rPr>
                        <a:t>TRANSFER</a:t>
                      </a:r>
                      <a:endParaRPr lang="en-US" altLang="en-US" sz="1400">
                        <a:solidFill>
                          <a:schemeClr val="dk1"/>
                        </a:solidFill>
                        <a:latin typeface="Montserrat" panose="00000500000000000000" charset="0"/>
                        <a:cs typeface="Montserrat" panose="00000500000000000000" charset="0"/>
                      </a:endParaRPr>
                    </a:p>
                  </a:txBody>
                  <a:tcPr anchor="ctr">
                    <a:lnL w="6350" cap="flat" cmpd="sng" algn="ctr">
                      <a:solidFill>
                        <a:srgbClr val="D0DFF0"/>
                      </a:solidFill>
                      <a:prstDash val="solid"/>
                      <a:round/>
                      <a:headEnd type="none" w="med" len="med"/>
                      <a:tailEnd type="none" w="med" len="med"/>
                    </a:lnL>
                    <a:lnR w="6350" cap="flat" cmpd="sng" algn="ctr">
                      <a:solidFill>
                        <a:srgbClr val="D0DFF0"/>
                      </a:solidFill>
                      <a:prstDash val="solid"/>
                      <a:round/>
                      <a:headEnd type="none" w="med" len="med"/>
                      <a:tailEnd type="none" w="med" len="med"/>
                    </a:lnR>
                    <a:lnT w="6350" cap="flat" cmpd="sng" algn="ctr">
                      <a:solidFill>
                        <a:srgbClr val="D0DFF0"/>
                      </a:solidFill>
                      <a:prstDash val="solid"/>
                      <a:round/>
                      <a:headEnd type="none" w="med" len="med"/>
                      <a:tailEnd type="none" w="med" len="med"/>
                    </a:lnT>
                    <a:lnB w="6350" cap="flat" cmpd="sng" algn="ctr">
                      <a:solidFill>
                        <a:srgbClr val="D0DFF0"/>
                      </a:solidFill>
                      <a:prstDash val="solid"/>
                      <a:round/>
                      <a:headEnd type="none" w="med" len="med"/>
                      <a:tailEnd type="none" w="med" len="med"/>
                    </a:lnB>
                  </a:tcPr>
                </a:tc>
                <a:tc>
                  <a:txBody>
                    <a:bodyPr/>
                    <a:lstStyle/>
                    <a:p>
                      <a:pPr marL="0" indent="0" algn="ctr">
                        <a:buNone/>
                      </a:pPr>
                      <a:r>
                        <a:rPr lang="en-US" altLang="en-US" sz="1400">
                          <a:solidFill>
                            <a:schemeClr val="dk1"/>
                          </a:solidFill>
                          <a:latin typeface="Montserrat" panose="00000500000000000000" charset="0"/>
                          <a:cs typeface="Montserrat" panose="00000500000000000000" charset="0"/>
                        </a:rPr>
                        <a:t> 4,855</a:t>
                      </a:r>
                      <a:endParaRPr lang="en-US" altLang="en-US" sz="1400">
                        <a:solidFill>
                          <a:schemeClr val="dk1"/>
                        </a:solidFill>
                        <a:latin typeface="Montserrat" panose="00000500000000000000" charset="0"/>
                        <a:cs typeface="Montserrat" panose="00000500000000000000" charset="0"/>
                      </a:endParaRPr>
                    </a:p>
                  </a:txBody>
                  <a:tcPr anchor="ctr">
                    <a:lnL w="6350" cap="flat" cmpd="sng" algn="ctr">
                      <a:solidFill>
                        <a:srgbClr val="D0DFF0"/>
                      </a:solidFill>
                      <a:prstDash val="solid"/>
                      <a:round/>
                      <a:headEnd type="none" w="med" len="med"/>
                      <a:tailEnd type="none" w="med" len="med"/>
                    </a:lnL>
                    <a:lnR w="6350" cap="flat" cmpd="sng" algn="ctr">
                      <a:solidFill>
                        <a:srgbClr val="D0DFF0"/>
                      </a:solidFill>
                      <a:prstDash val="solid"/>
                      <a:round/>
                      <a:headEnd type="none" w="med" len="med"/>
                      <a:tailEnd type="none" w="med" len="med"/>
                    </a:lnR>
                    <a:lnT w="6350" cap="flat" cmpd="sng" algn="ctr">
                      <a:solidFill>
                        <a:srgbClr val="D0DFF0"/>
                      </a:solidFill>
                      <a:prstDash val="solid"/>
                      <a:round/>
                      <a:headEnd type="none" w="med" len="med"/>
                      <a:tailEnd type="none" w="med" len="med"/>
                    </a:lnT>
                    <a:lnB w="6350" cap="flat" cmpd="sng" algn="ctr">
                      <a:solidFill>
                        <a:srgbClr val="D0DFF0"/>
                      </a:solidFill>
                      <a:prstDash val="solid"/>
                      <a:round/>
                      <a:headEnd type="none" w="med" len="med"/>
                      <a:tailEnd type="none" w="med" len="med"/>
                    </a:lnB>
                  </a:tcPr>
                </a:tc>
                <a:tc>
                  <a:txBody>
                    <a:bodyPr/>
                    <a:lstStyle/>
                    <a:p>
                      <a:pPr marL="0" indent="0" algn="ctr">
                        <a:buNone/>
                      </a:pPr>
                      <a:r>
                        <a:rPr lang="en-US" altLang="en-US" sz="1400">
                          <a:solidFill>
                            <a:schemeClr val="dk1"/>
                          </a:solidFill>
                          <a:latin typeface="Montserrat" panose="00000500000000000000" charset="0"/>
                          <a:cs typeface="Montserrat" panose="00000500000000000000" charset="0"/>
                        </a:rPr>
                        <a:t> 9.4%</a:t>
                      </a:r>
                      <a:endParaRPr lang="en-US" altLang="en-US" sz="1400">
                        <a:solidFill>
                          <a:schemeClr val="dk1"/>
                        </a:solidFill>
                        <a:latin typeface="Montserrat" panose="00000500000000000000" charset="0"/>
                        <a:cs typeface="Montserrat" panose="00000500000000000000" charset="0"/>
                      </a:endParaRPr>
                    </a:p>
                  </a:txBody>
                  <a:tcPr anchor="ctr">
                    <a:lnL w="6350" cap="flat" cmpd="sng" algn="ctr">
                      <a:solidFill>
                        <a:srgbClr val="D0DFF0"/>
                      </a:solidFill>
                      <a:prstDash val="solid"/>
                      <a:round/>
                      <a:headEnd type="none" w="med" len="med"/>
                      <a:tailEnd type="none" w="med" len="med"/>
                    </a:lnL>
                    <a:lnR w="6350" cap="flat" cmpd="sng" algn="ctr">
                      <a:solidFill>
                        <a:srgbClr val="D0DFF0"/>
                      </a:solidFill>
                      <a:prstDash val="solid"/>
                      <a:round/>
                      <a:headEnd type="none" w="med" len="med"/>
                      <a:tailEnd type="none" w="med" len="med"/>
                    </a:lnR>
                    <a:lnT w="6350" cap="flat" cmpd="sng" algn="ctr">
                      <a:solidFill>
                        <a:srgbClr val="D0DFF0"/>
                      </a:solidFill>
                      <a:prstDash val="solid"/>
                      <a:round/>
                      <a:headEnd type="none" w="med" len="med"/>
                      <a:tailEnd type="none" w="med" len="med"/>
                    </a:lnT>
                    <a:lnB w="6350" cap="flat" cmpd="sng" algn="ctr">
                      <a:solidFill>
                        <a:srgbClr val="D0DFF0"/>
                      </a:solidFill>
                      <a:prstDash val="solid"/>
                      <a:round/>
                      <a:headEnd type="none" w="med" len="med"/>
                      <a:tailEnd type="none" w="med" len="med"/>
                    </a:lnB>
                  </a:tcPr>
                </a:tc>
                <a:tc>
                  <a:txBody>
                    <a:bodyPr/>
                    <a:lstStyle/>
                    <a:p>
                      <a:pPr marL="0" indent="0" algn="ctr">
                        <a:buNone/>
                      </a:pPr>
                      <a:r>
                        <a:rPr lang="en-US" altLang="en-US" sz="1400">
                          <a:solidFill>
                            <a:schemeClr val="dk1"/>
                          </a:solidFill>
                          <a:latin typeface="Montserrat" panose="00000500000000000000" charset="0"/>
                          <a:cs typeface="Montserrat" panose="00000500000000000000" charset="0"/>
                        </a:rPr>
                        <a:t>✓ 49 cases</a:t>
                      </a:r>
                      <a:endParaRPr lang="en-US" altLang="en-US" sz="1400">
                        <a:solidFill>
                          <a:schemeClr val="dk1"/>
                        </a:solidFill>
                        <a:latin typeface="Montserrat" panose="00000500000000000000" charset="0"/>
                        <a:cs typeface="Montserrat" panose="00000500000000000000" charset="0"/>
                      </a:endParaRPr>
                    </a:p>
                  </a:txBody>
                  <a:tcPr anchor="ctr">
                    <a:lnL w="6350" cap="flat" cmpd="sng" algn="ctr">
                      <a:solidFill>
                        <a:srgbClr val="D0DFF0"/>
                      </a:solidFill>
                      <a:prstDash val="solid"/>
                      <a:round/>
                      <a:headEnd type="none" w="med" len="med"/>
                      <a:tailEnd type="none" w="med" len="med"/>
                    </a:lnL>
                    <a:lnR w="6350" cap="flat" cmpd="sng" algn="ctr">
                      <a:solidFill>
                        <a:srgbClr val="D0DFF0"/>
                      </a:solidFill>
                      <a:prstDash val="solid"/>
                      <a:round/>
                      <a:headEnd type="none" w="med" len="med"/>
                      <a:tailEnd type="none" w="med" len="med"/>
                    </a:lnR>
                    <a:lnT w="6350" cap="flat" cmpd="sng" algn="ctr">
                      <a:solidFill>
                        <a:srgbClr val="D0DFF0"/>
                      </a:solidFill>
                      <a:prstDash val="solid"/>
                      <a:round/>
                      <a:headEnd type="none" w="med" len="med"/>
                      <a:tailEnd type="none" w="med" len="med"/>
                    </a:lnT>
                    <a:lnB w="6350" cap="flat" cmpd="sng" algn="ctr">
                      <a:solidFill>
                        <a:srgbClr val="D0DFF0"/>
                      </a:solidFill>
                      <a:prstDash val="solid"/>
                      <a:round/>
                      <a:headEnd type="none" w="med" len="med"/>
                      <a:tailEnd type="none" w="med" len="med"/>
                    </a:lnB>
                  </a:tcPr>
                </a:tc>
              </a:tr>
              <a:tr h="403225">
                <a:tc>
                  <a:txBody>
                    <a:bodyPr/>
                    <a:lstStyle/>
                    <a:p>
                      <a:pPr marL="0" indent="0" algn="ctr">
                        <a:buNone/>
                      </a:pPr>
                      <a:r>
                        <a:rPr lang="en-US" altLang="en-US" sz="1400">
                          <a:solidFill>
                            <a:schemeClr val="dk1"/>
                          </a:solidFill>
                          <a:latin typeface="Montserrat" panose="00000500000000000000" charset="0"/>
                          <a:cs typeface="Montserrat" panose="00000500000000000000" charset="0"/>
                        </a:rPr>
                        <a:t>DEBIT</a:t>
                      </a:r>
                      <a:endParaRPr lang="en-US" altLang="en-US" sz="1400">
                        <a:solidFill>
                          <a:schemeClr val="dk1"/>
                        </a:solidFill>
                        <a:latin typeface="Montserrat" panose="00000500000000000000" charset="0"/>
                        <a:cs typeface="Montserrat" panose="00000500000000000000" charset="0"/>
                      </a:endParaRPr>
                    </a:p>
                  </a:txBody>
                  <a:tcPr anchor="ctr">
                    <a:lnL w="6350" cap="flat" cmpd="sng" algn="ctr">
                      <a:solidFill>
                        <a:srgbClr val="D0DFF0"/>
                      </a:solidFill>
                      <a:prstDash val="solid"/>
                      <a:round/>
                      <a:headEnd type="none" w="med" len="med"/>
                      <a:tailEnd type="none" w="med" len="med"/>
                    </a:lnL>
                    <a:lnR w="6350" cap="flat" cmpd="sng" algn="ctr">
                      <a:solidFill>
                        <a:srgbClr val="D0DFF0"/>
                      </a:solidFill>
                      <a:prstDash val="solid"/>
                      <a:round/>
                      <a:headEnd type="none" w="med" len="med"/>
                      <a:tailEnd type="none" w="med" len="med"/>
                    </a:lnR>
                    <a:lnT w="6350" cap="flat" cmpd="sng" algn="ctr">
                      <a:solidFill>
                        <a:srgbClr val="D0DFF0"/>
                      </a:solidFill>
                      <a:prstDash val="solid"/>
                      <a:round/>
                      <a:headEnd type="none" w="med" len="med"/>
                      <a:tailEnd type="none" w="med" len="med"/>
                    </a:lnT>
                    <a:lnB w="6350" cap="flat" cmpd="sng" algn="ctr">
                      <a:solidFill>
                        <a:srgbClr val="D0DFF0"/>
                      </a:solidFill>
                      <a:prstDash val="solid"/>
                      <a:round/>
                      <a:headEnd type="none" w="med" len="med"/>
                      <a:tailEnd type="none" w="med" len="med"/>
                    </a:lnB>
                  </a:tcPr>
                </a:tc>
                <a:tc>
                  <a:txBody>
                    <a:bodyPr/>
                    <a:lstStyle/>
                    <a:p>
                      <a:pPr marL="0" indent="0" algn="ctr">
                        <a:buNone/>
                      </a:pPr>
                      <a:r>
                        <a:rPr lang="en-US" altLang="en-US" sz="1400">
                          <a:solidFill>
                            <a:schemeClr val="dk1"/>
                          </a:solidFill>
                          <a:latin typeface="Montserrat" panose="00000500000000000000" charset="0"/>
                          <a:cs typeface="Montserrat" panose="00000500000000000000" charset="0"/>
                        </a:rPr>
                        <a:t>   667</a:t>
                      </a:r>
                      <a:endParaRPr lang="en-US" altLang="en-US" sz="1400">
                        <a:solidFill>
                          <a:schemeClr val="dk1"/>
                        </a:solidFill>
                        <a:latin typeface="Montserrat" panose="00000500000000000000" charset="0"/>
                        <a:cs typeface="Montserrat" panose="00000500000000000000" charset="0"/>
                      </a:endParaRPr>
                    </a:p>
                  </a:txBody>
                  <a:tcPr anchor="ctr">
                    <a:lnL w="6350" cap="flat" cmpd="sng" algn="ctr">
                      <a:solidFill>
                        <a:srgbClr val="D0DFF0"/>
                      </a:solidFill>
                      <a:prstDash val="solid"/>
                      <a:round/>
                      <a:headEnd type="none" w="med" len="med"/>
                      <a:tailEnd type="none" w="med" len="med"/>
                    </a:lnL>
                    <a:lnR w="6350" cap="flat" cmpd="sng" algn="ctr">
                      <a:solidFill>
                        <a:srgbClr val="D0DFF0"/>
                      </a:solidFill>
                      <a:prstDash val="solid"/>
                      <a:round/>
                      <a:headEnd type="none" w="med" len="med"/>
                      <a:tailEnd type="none" w="med" len="med"/>
                    </a:lnR>
                    <a:lnT w="6350" cap="flat" cmpd="sng" algn="ctr">
                      <a:solidFill>
                        <a:srgbClr val="D0DFF0"/>
                      </a:solidFill>
                      <a:prstDash val="solid"/>
                      <a:round/>
                      <a:headEnd type="none" w="med" len="med"/>
                      <a:tailEnd type="none" w="med" len="med"/>
                    </a:lnT>
                    <a:lnB w="6350" cap="flat" cmpd="sng" algn="ctr">
                      <a:solidFill>
                        <a:srgbClr val="D0DFF0"/>
                      </a:solidFill>
                      <a:prstDash val="solid"/>
                      <a:round/>
                      <a:headEnd type="none" w="med" len="med"/>
                      <a:tailEnd type="none" w="med" len="med"/>
                    </a:lnB>
                  </a:tcPr>
                </a:tc>
                <a:tc>
                  <a:txBody>
                    <a:bodyPr/>
                    <a:lstStyle/>
                    <a:p>
                      <a:pPr marL="0" indent="0" algn="ctr">
                        <a:buNone/>
                      </a:pPr>
                      <a:r>
                        <a:rPr lang="en-US" altLang="en-US" sz="1400">
                          <a:solidFill>
                            <a:schemeClr val="dk1"/>
                          </a:solidFill>
                          <a:latin typeface="Montserrat" panose="00000500000000000000" charset="0"/>
                          <a:cs typeface="Montserrat" panose="00000500000000000000" charset="0"/>
                        </a:rPr>
                        <a:t> 1.3%</a:t>
                      </a:r>
                      <a:endParaRPr lang="en-US" altLang="en-US" sz="1400">
                        <a:solidFill>
                          <a:schemeClr val="dk1"/>
                        </a:solidFill>
                        <a:latin typeface="Montserrat" panose="00000500000000000000" charset="0"/>
                        <a:cs typeface="Montserrat" panose="00000500000000000000" charset="0"/>
                      </a:endParaRPr>
                    </a:p>
                  </a:txBody>
                  <a:tcPr anchor="ctr">
                    <a:lnL w="6350" cap="flat" cmpd="sng" algn="ctr">
                      <a:solidFill>
                        <a:srgbClr val="D0DFF0"/>
                      </a:solidFill>
                      <a:prstDash val="solid"/>
                      <a:round/>
                      <a:headEnd type="none" w="med" len="med"/>
                      <a:tailEnd type="none" w="med" len="med"/>
                    </a:lnL>
                    <a:lnR w="6350" cap="flat" cmpd="sng" algn="ctr">
                      <a:solidFill>
                        <a:srgbClr val="D0DFF0"/>
                      </a:solidFill>
                      <a:prstDash val="solid"/>
                      <a:round/>
                      <a:headEnd type="none" w="med" len="med"/>
                      <a:tailEnd type="none" w="med" len="med"/>
                    </a:lnR>
                    <a:lnT w="6350" cap="flat" cmpd="sng" algn="ctr">
                      <a:solidFill>
                        <a:srgbClr val="D0DFF0"/>
                      </a:solidFill>
                      <a:prstDash val="solid"/>
                      <a:round/>
                      <a:headEnd type="none" w="med" len="med"/>
                      <a:tailEnd type="none" w="med" len="med"/>
                    </a:lnT>
                    <a:lnB w="6350" cap="flat" cmpd="sng" algn="ctr">
                      <a:solidFill>
                        <a:srgbClr val="D0DFF0"/>
                      </a:solidFill>
                      <a:prstDash val="solid"/>
                      <a:round/>
                      <a:headEnd type="none" w="med" len="med"/>
                      <a:tailEnd type="none" w="med" len="med"/>
                    </a:lnB>
                  </a:tcPr>
                </a:tc>
                <a:tc>
                  <a:txBody>
                    <a:bodyPr/>
                    <a:lstStyle/>
                    <a:p>
                      <a:pPr marL="0" indent="0" algn="ctr">
                        <a:buNone/>
                      </a:pPr>
                      <a:r>
                        <a:rPr lang="en-US" altLang="en-US" sz="1400">
                          <a:solidFill>
                            <a:schemeClr val="dk1"/>
                          </a:solidFill>
                          <a:latin typeface="Montserrat" panose="00000500000000000000" charset="0"/>
                          <a:cs typeface="Montserrat" panose="00000500000000000000" charset="0"/>
                        </a:rPr>
                        <a:t>None</a:t>
                      </a:r>
                      <a:endParaRPr lang="en-US" altLang="en-US" sz="1400">
                        <a:solidFill>
                          <a:schemeClr val="dk1"/>
                        </a:solidFill>
                        <a:latin typeface="Montserrat" panose="00000500000000000000" charset="0"/>
                        <a:cs typeface="Montserrat" panose="00000500000000000000" charset="0"/>
                      </a:endParaRPr>
                    </a:p>
                  </a:txBody>
                  <a:tcPr anchor="ctr">
                    <a:lnL w="6350" cap="flat" cmpd="sng" algn="ctr">
                      <a:solidFill>
                        <a:srgbClr val="D0DFF0"/>
                      </a:solidFill>
                      <a:prstDash val="solid"/>
                      <a:round/>
                      <a:headEnd type="none" w="med" len="med"/>
                      <a:tailEnd type="none" w="med" len="med"/>
                    </a:lnL>
                    <a:lnR w="6350" cap="flat" cmpd="sng" algn="ctr">
                      <a:solidFill>
                        <a:srgbClr val="D0DFF0"/>
                      </a:solidFill>
                      <a:prstDash val="solid"/>
                      <a:round/>
                      <a:headEnd type="none" w="med" len="med"/>
                      <a:tailEnd type="none" w="med" len="med"/>
                    </a:lnR>
                    <a:lnT w="6350" cap="flat" cmpd="sng" algn="ctr">
                      <a:solidFill>
                        <a:srgbClr val="D0DFF0"/>
                      </a:solidFill>
                      <a:prstDash val="solid"/>
                      <a:round/>
                      <a:headEnd type="none" w="med" len="med"/>
                      <a:tailEnd type="none" w="med" len="med"/>
                    </a:lnT>
                    <a:lnB w="6350" cap="flat" cmpd="sng" algn="ctr">
                      <a:solidFill>
                        <a:srgbClr val="D0DFF0"/>
                      </a:solidFill>
                      <a:prstDash val="solid"/>
                      <a:round/>
                      <a:headEnd type="none" w="med" len="med"/>
                      <a:tailEnd type="none" w="med" len="med"/>
                    </a:lnB>
                  </a:tcPr>
                </a:tc>
              </a:tr>
            </a:tbl>
          </a:graphicData>
        </a:graphic>
      </p:graphicFrame>
      <p:pic>
        <p:nvPicPr>
          <p:cNvPr id="7" name="Image 0" descr="/home/claude/v2_chart_type_dist.png"/>
          <p:cNvPicPr>
            <a:picLocks noChangeAspect="1"/>
          </p:cNvPicPr>
          <p:nvPr/>
        </p:nvPicPr>
        <p:blipFill>
          <a:blip r:embed="rId2"/>
          <a:stretch>
            <a:fillRect/>
          </a:stretch>
        </p:blipFill>
        <p:spPr>
          <a:xfrm>
            <a:off x="6678930" y="1195070"/>
            <a:ext cx="5414645" cy="4126865"/>
          </a:xfrm>
          <a:prstGeom prst="rect">
            <a:avLst/>
          </a:prstGeom>
        </p:spPr>
      </p:pic>
      <p:sp>
        <p:nvSpPr>
          <p:cNvPr id="12" name="Text 8"/>
          <p:cNvSpPr/>
          <p:nvPr/>
        </p:nvSpPr>
        <p:spPr>
          <a:xfrm>
            <a:off x="356870" y="4063365"/>
            <a:ext cx="4069080" cy="401955"/>
          </a:xfrm>
          <a:prstGeom prst="rect">
            <a:avLst/>
          </a:prstGeom>
          <a:noFill/>
        </p:spPr>
        <p:txBody>
          <a:bodyPr wrap="square" lIns="0" tIns="0" rIns="0" bIns="0" rtlCol="0" anchor="ctr"/>
          <a:lstStyle/>
          <a:p>
            <a:pPr marL="0" indent="0">
              <a:buNone/>
            </a:pPr>
            <a:endParaRPr lang="en-US" sz="1100" dirty="0"/>
          </a:p>
        </p:txBody>
      </p:sp>
      <p:sp>
        <p:nvSpPr>
          <p:cNvPr id="13" name="Text 9"/>
          <p:cNvSpPr/>
          <p:nvPr/>
        </p:nvSpPr>
        <p:spPr>
          <a:xfrm>
            <a:off x="263525" y="5085080"/>
            <a:ext cx="5636260" cy="1490345"/>
          </a:xfrm>
          <a:prstGeom prst="rect">
            <a:avLst/>
          </a:prstGeom>
          <a:noFill/>
        </p:spPr>
        <p:txBody>
          <a:bodyPr wrap="square" lIns="0" tIns="0" rIns="0" bIns="0" rtlCol="0" anchor="ctr"/>
          <a:lstStyle/>
          <a:p>
            <a:pPr marL="0" indent="0">
              <a:buNone/>
            </a:pPr>
            <a:r>
              <a:rPr lang="en-US" sz="1800" dirty="0">
                <a:solidFill>
                  <a:schemeClr val="tx1"/>
                </a:solidFill>
                <a:latin typeface="Montserrat" panose="00000500000000000000" charset="0"/>
                <a:ea typeface="Calibri" panose="020F0502020204030204" pitchFamily="34" charset="-122"/>
                <a:cs typeface="Montserrat" panose="00000500000000000000" charset="0"/>
              </a:rPr>
              <a:t>Fraud ONLY occurs in CASH_OUT (51 cases, 0.36% rate) and TRANSFER (49 cases, 1.01% rate). PAYMENT, CASH_IN and DEBIT transactions have zero fraud in this dataset.</a:t>
            </a:r>
            <a:endParaRPr lang="en-US" sz="1800" dirty="0">
              <a:solidFill>
                <a:schemeClr val="tx1"/>
              </a:solidFill>
              <a:latin typeface="Montserrat" panose="00000500000000000000" charset="0"/>
              <a:ea typeface="Calibri" panose="020F0502020204030204" pitchFamily="34" charset="-122"/>
              <a:cs typeface="Montserrat" panose="00000500000000000000" charset="0"/>
            </a:endParaRPr>
          </a:p>
        </p:txBody>
      </p:sp>
      <p:sp>
        <p:nvSpPr>
          <p:cNvPr id="18" name="Text 14"/>
          <p:cNvSpPr/>
          <p:nvPr/>
        </p:nvSpPr>
        <p:spPr>
          <a:xfrm>
            <a:off x="6816090" y="5426710"/>
            <a:ext cx="4996815" cy="1410970"/>
          </a:xfrm>
          <a:prstGeom prst="rect">
            <a:avLst/>
          </a:prstGeom>
          <a:noFill/>
        </p:spPr>
        <p:txBody>
          <a:bodyPr wrap="square" lIns="0" tIns="0" rIns="0" bIns="0" rtlCol="0" anchor="t"/>
          <a:lstStyle/>
          <a:p>
            <a:pPr marL="0" indent="0">
              <a:buNone/>
            </a:pPr>
            <a:r>
              <a:rPr lang="en-US" sz="1800" dirty="0">
                <a:solidFill>
                  <a:schemeClr val="tx1"/>
                </a:solidFill>
                <a:latin typeface="Montserrat" panose="00000500000000000000" charset="0"/>
                <a:ea typeface="Calibri" panose="020F0502020204030204" pitchFamily="34" charset="-122"/>
                <a:cs typeface="Montserrat" panose="00000500000000000000" charset="0"/>
              </a:rPr>
              <a:t># Transaction type distribution</a:t>
            </a:r>
            <a:endParaRPr lang="en-US" sz="1800" dirty="0">
              <a:solidFill>
                <a:schemeClr val="tx1"/>
              </a:solidFill>
              <a:latin typeface="Montserrat" panose="00000500000000000000" charset="0"/>
              <a:ea typeface="Calibri" panose="020F0502020204030204" pitchFamily="34" charset="-122"/>
              <a:cs typeface="Montserrat" panose="00000500000000000000" charset="0"/>
            </a:endParaRPr>
          </a:p>
          <a:p>
            <a:pPr marL="0" indent="0">
              <a:buNone/>
            </a:pPr>
            <a:r>
              <a:rPr lang="en-US" sz="1800" dirty="0">
                <a:solidFill>
                  <a:schemeClr val="tx1"/>
                </a:solidFill>
                <a:latin typeface="Montserrat" panose="00000500000000000000" charset="0"/>
                <a:ea typeface="Calibri" panose="020F0502020204030204" pitchFamily="34" charset="-122"/>
                <a:cs typeface="Montserrat" panose="00000500000000000000" charset="0"/>
              </a:rPr>
              <a:t>tc = df['type'].value_counts()</a:t>
            </a:r>
            <a:endParaRPr lang="en-US" sz="1800" dirty="0">
              <a:solidFill>
                <a:schemeClr val="tx1"/>
              </a:solidFill>
              <a:latin typeface="Montserrat" panose="00000500000000000000" charset="0"/>
              <a:ea typeface="Calibri" panose="020F0502020204030204" pitchFamily="34" charset="-122"/>
              <a:cs typeface="Montserrat" panose="00000500000000000000" charset="0"/>
            </a:endParaRPr>
          </a:p>
          <a:p>
            <a:pPr marL="0" indent="0">
              <a:buNone/>
            </a:pPr>
            <a:r>
              <a:rPr lang="en-US" sz="1800" dirty="0">
                <a:solidFill>
                  <a:schemeClr val="tx1"/>
                </a:solidFill>
                <a:latin typeface="Montserrat" panose="00000500000000000000" charset="0"/>
                <a:ea typeface="Calibri" panose="020F0502020204030204" pitchFamily="34" charset="-122"/>
                <a:cs typeface="Montserrat" panose="00000500000000000000" charset="0"/>
              </a:rPr>
              <a:t>tc.plot(kind='bar', color='steelblue')</a:t>
            </a:r>
            <a:endParaRPr lang="en-US" sz="1800" dirty="0">
              <a:solidFill>
                <a:schemeClr val="tx1"/>
              </a:solidFill>
              <a:latin typeface="Montserrat" panose="00000500000000000000" charset="0"/>
              <a:ea typeface="Calibri" panose="020F0502020204030204" pitchFamily="34" charset="-122"/>
              <a:cs typeface="Montserrat" panose="00000500000000000000" charset="0"/>
            </a:endParaRPr>
          </a:p>
          <a:p>
            <a:pPr marL="0" indent="0">
              <a:buNone/>
            </a:pPr>
            <a:r>
              <a:rPr lang="en-US" sz="1800" dirty="0">
                <a:solidFill>
                  <a:schemeClr val="tx1"/>
                </a:solidFill>
                <a:latin typeface="Montserrat" panose="00000500000000000000" charset="0"/>
                <a:ea typeface="Calibri" panose="020F0502020204030204" pitchFamily="34" charset="-122"/>
                <a:cs typeface="Montserrat" panose="00000500000000000000" charset="0"/>
              </a:rPr>
              <a:t>plt.title('Transaction Type Distribution')</a:t>
            </a:r>
            <a:endParaRPr lang="en-US" sz="1800" dirty="0">
              <a:solidFill>
                <a:schemeClr val="tx1"/>
              </a:solidFill>
              <a:latin typeface="Montserrat" panose="00000500000000000000" charset="0"/>
              <a:ea typeface="Calibri" panose="020F0502020204030204" pitchFamily="34" charset="-122"/>
              <a:cs typeface="Montserrat" panose="00000500000000000000" charset="0"/>
            </a:endParaRPr>
          </a:p>
          <a:p>
            <a:pPr marL="0" indent="0">
              <a:buNone/>
            </a:pPr>
            <a:r>
              <a:rPr lang="en-US" sz="1800" dirty="0">
                <a:solidFill>
                  <a:schemeClr val="tx1"/>
                </a:solidFill>
                <a:latin typeface="Montserrat" panose="00000500000000000000" charset="0"/>
                <a:ea typeface="Calibri" panose="020F0502020204030204" pitchFamily="34" charset="-122"/>
                <a:cs typeface="Montserrat" panose="00000500000000000000" charset="0"/>
              </a:rPr>
              <a:t>plt.ylabel('Count'); plt.show()</a:t>
            </a:r>
            <a:endParaRPr lang="en-US" sz="1800" dirty="0">
              <a:solidFill>
                <a:schemeClr val="tx1"/>
              </a:solidFill>
              <a:latin typeface="Montserrat" panose="00000500000000000000" charset="0"/>
              <a:ea typeface="Calibri" panose="020F0502020204030204" pitchFamily="34" charset="-122"/>
              <a:cs typeface="Montserrat" panose="00000500000000000000" charset="0"/>
            </a:endParaRP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35" name="Shape 135"/>
        <p:cNvGrpSpPr/>
        <p:nvPr/>
      </p:nvGrpSpPr>
      <p:grpSpPr>
        <a:xfrm>
          <a:off x="0" y="0"/>
          <a:ext cx="0" cy="0"/>
          <a:chOff x="0" y="0"/>
          <a:chExt cx="0" cy="0"/>
        </a:xfrm>
      </p:grpSpPr>
      <p:sp>
        <p:nvSpPr>
          <p:cNvPr id="136" name="Google Shape;136;p20"/>
          <p:cNvSpPr txBox="1"/>
          <p:nvPr>
            <p:ph type="sldNum" idx="12"/>
          </p:nvPr>
        </p:nvSpPr>
        <p:spPr>
          <a:xfrm>
            <a:off x="11296611" y="6014423"/>
            <a:ext cx="731700" cy="524700"/>
          </a:xfrm>
          <a:prstGeom prst="rect">
            <a:avLst/>
          </a:prstGeom>
          <a:no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panose="020B0604020202020204"/>
              <a:buNone/>
            </a:pPr>
            <a:fld id="{00000000-1234-1234-1234-123412341234}" type="slidenum">
              <a:rPr lang="en-US"/>
            </a:fld>
            <a:endParaRPr lang="en-US"/>
          </a:p>
        </p:txBody>
      </p:sp>
      <p:sp>
        <p:nvSpPr>
          <p:cNvPr id="137" name="Google Shape;137;p20"/>
          <p:cNvSpPr txBox="1"/>
          <p:nvPr/>
        </p:nvSpPr>
        <p:spPr>
          <a:xfrm>
            <a:off x="94615" y="620395"/>
            <a:ext cx="11457305" cy="905510"/>
          </a:xfrm>
          <a:prstGeom prst="rect">
            <a:avLst/>
          </a:prstGeom>
          <a:noFill/>
          <a:ln>
            <a:noFill/>
          </a:ln>
        </p:spPr>
        <p:txBody>
          <a:bodyPr spcFirstLastPara="1" wrap="square" lIns="91425" tIns="91425" rIns="91425" bIns="91425" anchor="t" anchorCtr="0">
            <a:noAutofit/>
          </a:bodyPr>
          <a:lstStyle/>
          <a:p>
            <a:pPr marL="0" marR="0" lvl="0" indent="0" algn="l" rtl="0">
              <a:lnSpc>
                <a:spcPct val="100000"/>
              </a:lnSpc>
              <a:spcBef>
                <a:spcPts val="0"/>
              </a:spcBef>
              <a:spcAft>
                <a:spcPts val="0"/>
              </a:spcAft>
              <a:buClr>
                <a:srgbClr val="000000"/>
              </a:buClr>
              <a:buSzPts val="3500"/>
              <a:buFont typeface="Arial" panose="020B0604020202020204"/>
              <a:buNone/>
            </a:pPr>
            <a:r>
              <a:rPr lang="en-US" sz="3500" b="1" i="0" u="none" strike="noStrike" cap="none">
                <a:solidFill>
                  <a:schemeClr val="dk1"/>
                </a:solidFill>
                <a:latin typeface="Montserrat" panose="00000500000000000000" charset="0"/>
                <a:ea typeface="Arial" panose="020B0604020202020204"/>
                <a:cs typeface="Montserrat" panose="00000500000000000000" charset="0"/>
                <a:sym typeface="Arial" panose="020B0604020202020204"/>
              </a:rPr>
              <a:t>Visual Insights - </a:t>
            </a:r>
            <a:r>
              <a:rPr lang="en-US" altLang="en-US" sz="3500" b="1" i="0" u="none" strike="noStrike" cap="none">
                <a:solidFill>
                  <a:schemeClr val="dk1"/>
                </a:solidFill>
                <a:latin typeface="Montserrat" panose="00000500000000000000" charset="0"/>
                <a:ea typeface="Arial" panose="020B0604020202020204"/>
                <a:cs typeface="Montserrat" panose="00000500000000000000" charset="0"/>
                <a:sym typeface="Arial" panose="020B0604020202020204"/>
              </a:rPr>
              <a:t>Fraud Distribution Analysis</a:t>
            </a:r>
            <a:endParaRPr lang="en-US" altLang="en-US" sz="3500" b="1" i="0" u="none" strike="noStrike" cap="none">
              <a:solidFill>
                <a:schemeClr val="dk1"/>
              </a:solidFill>
              <a:latin typeface="Montserrat" panose="00000500000000000000" charset="0"/>
              <a:ea typeface="Arial" panose="020B0604020202020204"/>
              <a:cs typeface="Montserrat" panose="00000500000000000000" charset="0"/>
              <a:sym typeface="Arial" panose="020B0604020202020204"/>
            </a:endParaRPr>
          </a:p>
        </p:txBody>
      </p:sp>
      <p:pic>
        <p:nvPicPr>
          <p:cNvPr id="7" name="Image 0" descr="/home/claude/v2_chart_donut.png"/>
          <p:cNvPicPr>
            <a:picLocks noChangeAspect="1"/>
          </p:cNvPicPr>
          <p:nvPr/>
        </p:nvPicPr>
        <p:blipFill>
          <a:blip r:embed="rId1"/>
          <a:stretch>
            <a:fillRect/>
          </a:stretch>
        </p:blipFill>
        <p:spPr>
          <a:xfrm>
            <a:off x="0" y="1484630"/>
            <a:ext cx="4749800" cy="3694430"/>
          </a:xfrm>
          <a:prstGeom prst="rect">
            <a:avLst/>
          </a:prstGeom>
        </p:spPr>
      </p:pic>
      <p:pic>
        <p:nvPicPr>
          <p:cNvPr id="8" name="Image 1" descr="/home/claude/v2_chart_fraud_by_type.png"/>
          <p:cNvPicPr>
            <a:picLocks noChangeAspect="1"/>
          </p:cNvPicPr>
          <p:nvPr/>
        </p:nvPicPr>
        <p:blipFill>
          <a:blip r:embed="rId2"/>
          <a:stretch>
            <a:fillRect/>
          </a:stretch>
        </p:blipFill>
        <p:spPr>
          <a:xfrm>
            <a:off x="5880100" y="1484630"/>
            <a:ext cx="5328285" cy="3401060"/>
          </a:xfrm>
          <a:prstGeom prst="rect">
            <a:avLst/>
          </a:prstGeom>
        </p:spPr>
      </p:pic>
      <p:sp>
        <p:nvSpPr>
          <p:cNvPr id="12" name="Text 8"/>
          <p:cNvSpPr/>
          <p:nvPr>
            <p:custDataLst>
              <p:tags r:id="rId3"/>
            </p:custDataLst>
          </p:nvPr>
        </p:nvSpPr>
        <p:spPr>
          <a:xfrm>
            <a:off x="6096000" y="5776595"/>
            <a:ext cx="4968240" cy="894080"/>
          </a:xfrm>
          <a:prstGeom prst="rect">
            <a:avLst/>
          </a:prstGeom>
          <a:noFill/>
        </p:spPr>
        <p:txBody>
          <a:bodyPr wrap="square" rtlCol="0" anchor="ctr"/>
          <a:lstStyle/>
          <a:p>
            <a:pPr marL="0" indent="0">
              <a:buNone/>
            </a:pPr>
            <a:r>
              <a:rPr lang="en-US" sz="1800">
                <a:latin typeface="Montserrat" panose="00000500000000000000" charset="0"/>
                <a:cs typeface="Montserrat" panose="00000500000000000000" charset="0"/>
              </a:rPr>
              <a:t>CASH_OUT: 51 fraud cases (51%)  •  TRANSFER: 49 cases (49%)</a:t>
            </a:r>
            <a:endParaRPr lang="en-US" sz="1800">
              <a:latin typeface="Montserrat" panose="00000500000000000000" charset="0"/>
              <a:cs typeface="Montserrat" panose="00000500000000000000" charset="0"/>
            </a:endParaRPr>
          </a:p>
          <a:p>
            <a:pPr marL="0" indent="0">
              <a:buNone/>
            </a:pPr>
            <a:r>
              <a:rPr lang="en-US" sz="1800">
                <a:latin typeface="Montserrat" panose="00000500000000000000" charset="0"/>
                <a:cs typeface="Montserrat" panose="00000500000000000000" charset="0"/>
              </a:rPr>
              <a:t>Fraud rate: TRANSFER (1.01%) &gt; CASH_OUT (0.36%)</a:t>
            </a:r>
            <a:endParaRPr lang="en-US" sz="1800">
              <a:latin typeface="Montserrat" panose="00000500000000000000" charset="0"/>
              <a:cs typeface="Montserrat" panose="00000500000000000000" charset="0"/>
            </a:endParaRPr>
          </a:p>
        </p:txBody>
      </p:sp>
      <p:sp>
        <p:nvSpPr>
          <p:cNvPr id="10" name="Text 6"/>
          <p:cNvSpPr/>
          <p:nvPr>
            <p:custDataLst>
              <p:tags r:id="rId4"/>
            </p:custDataLst>
          </p:nvPr>
        </p:nvSpPr>
        <p:spPr>
          <a:xfrm>
            <a:off x="317500" y="5696585"/>
            <a:ext cx="4114800" cy="1108075"/>
          </a:xfrm>
          <a:prstGeom prst="rect">
            <a:avLst/>
          </a:prstGeom>
          <a:noFill/>
        </p:spPr>
        <p:txBody>
          <a:bodyPr wrap="square" rtlCol="0" anchor="ctr"/>
          <a:lstStyle/>
          <a:p>
            <a:pPr marL="0" indent="0">
              <a:buNone/>
            </a:pPr>
            <a:r>
              <a:rPr lang="en-US" sz="1800">
                <a:latin typeface="Montserrat" panose="00000500000000000000" charset="0"/>
                <a:cs typeface="Montserrat" panose="00000500000000000000" charset="0"/>
              </a:rPr>
              <a:t>99.81% Legitimate  •  0.19% Fraud — extreme imbalance requiring SMOTE or class weighting</a:t>
            </a:r>
            <a:endParaRPr lang="en-US" sz="1800">
              <a:latin typeface="Montserrat" panose="00000500000000000000" charset="0"/>
              <a:cs typeface="Montserrat" panose="00000500000000000000" charset="0"/>
            </a:endParaRPr>
          </a:p>
        </p:txBody>
      </p:sp>
      <p:sp>
        <p:nvSpPr>
          <p:cNvPr id="5" name="Text 6"/>
          <p:cNvSpPr/>
          <p:nvPr>
            <p:custDataLst>
              <p:tags r:id="rId5"/>
            </p:custDataLst>
          </p:nvPr>
        </p:nvSpPr>
        <p:spPr>
          <a:xfrm>
            <a:off x="335280" y="5300980"/>
            <a:ext cx="4114800" cy="475488"/>
          </a:xfrm>
          <a:prstGeom prst="rect">
            <a:avLst/>
          </a:prstGeom>
          <a:noFill/>
        </p:spPr>
        <p:txBody>
          <a:bodyPr wrap="square" rtlCol="0" anchor="ctr"/>
          <a:lstStyle/>
          <a:p>
            <a:pPr marL="0" indent="0">
              <a:buNone/>
            </a:pPr>
            <a:endParaRPr lang="en-US" sz="1050" dirty="0"/>
          </a:p>
        </p:txBody>
      </p:sp>
      <p:sp>
        <p:nvSpPr>
          <p:cNvPr id="6" name="Text Box 5"/>
          <p:cNvSpPr txBox="1"/>
          <p:nvPr>
            <p:custDataLst>
              <p:tags r:id="rId6"/>
            </p:custDataLst>
          </p:nvPr>
        </p:nvSpPr>
        <p:spPr>
          <a:xfrm>
            <a:off x="263525" y="5339080"/>
            <a:ext cx="4064000" cy="368300"/>
          </a:xfrm>
          <a:prstGeom prst="rect">
            <a:avLst/>
          </a:prstGeom>
          <a:noFill/>
        </p:spPr>
        <p:txBody>
          <a:bodyPr wrap="square" rtlCol="0">
            <a:spAutoFit/>
          </a:bodyPr>
          <a:p>
            <a:r>
              <a:rPr lang="en-US" sz="1800" b="1">
                <a:latin typeface="Montserrat" panose="00000500000000000000" charset="0"/>
                <a:cs typeface="Montserrat" panose="00000500000000000000" charset="0"/>
              </a:rPr>
              <a:t>Class Imbalance</a:t>
            </a:r>
            <a:endParaRPr lang="en-US" sz="1800" b="1">
              <a:latin typeface="Montserrat" panose="00000500000000000000" charset="0"/>
              <a:cs typeface="Montserrat" panose="00000500000000000000" charset="0"/>
            </a:endParaRPr>
          </a:p>
        </p:txBody>
      </p:sp>
      <p:sp>
        <p:nvSpPr>
          <p:cNvPr id="13" name="Text Box 12"/>
          <p:cNvSpPr txBox="1"/>
          <p:nvPr>
            <p:custDataLst>
              <p:tags r:id="rId7"/>
            </p:custDataLst>
          </p:nvPr>
        </p:nvSpPr>
        <p:spPr>
          <a:xfrm>
            <a:off x="6096000" y="5300980"/>
            <a:ext cx="4064000" cy="368300"/>
          </a:xfrm>
          <a:prstGeom prst="rect">
            <a:avLst/>
          </a:prstGeom>
          <a:noFill/>
        </p:spPr>
        <p:txBody>
          <a:bodyPr wrap="square" rtlCol="0">
            <a:spAutoFit/>
          </a:bodyPr>
          <a:p>
            <a:r>
              <a:rPr lang="en-US" sz="1800" b="1">
                <a:latin typeface="Montserrat" panose="00000500000000000000" charset="0"/>
                <a:cs typeface="Montserrat" panose="00000500000000000000" charset="0"/>
              </a:rPr>
              <a:t>Fraud Breakdown</a:t>
            </a:r>
            <a:endParaRPr lang="en-US" sz="1800" b="1">
              <a:latin typeface="Montserrat" panose="00000500000000000000" charset="0"/>
              <a:cs typeface="Montserrat" panose="00000500000000000000" charset="0"/>
            </a:endParaRP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44" name="Shape 144"/>
        <p:cNvGrpSpPr/>
        <p:nvPr/>
      </p:nvGrpSpPr>
      <p:grpSpPr>
        <a:xfrm>
          <a:off x="0" y="0"/>
          <a:ext cx="0" cy="0"/>
          <a:chOff x="0" y="0"/>
          <a:chExt cx="0" cy="0"/>
        </a:xfrm>
      </p:grpSpPr>
      <p:sp>
        <p:nvSpPr>
          <p:cNvPr id="145" name="Google Shape;145;p21"/>
          <p:cNvSpPr txBox="1"/>
          <p:nvPr>
            <p:ph type="sldNum" idx="12"/>
          </p:nvPr>
        </p:nvSpPr>
        <p:spPr>
          <a:xfrm>
            <a:off x="11296611" y="6014423"/>
            <a:ext cx="731700" cy="524700"/>
          </a:xfrm>
          <a:prstGeom prst="rect">
            <a:avLst/>
          </a:prstGeom>
          <a:no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panose="020B0604020202020204"/>
              <a:buNone/>
            </a:pPr>
            <a:fld id="{00000000-1234-1234-1234-123412341234}" type="slidenum">
              <a:rPr lang="en-US"/>
            </a:fld>
            <a:endParaRPr lang="en-US"/>
          </a:p>
        </p:txBody>
      </p:sp>
      <p:sp>
        <p:nvSpPr>
          <p:cNvPr id="146" name="Google Shape;146;p21"/>
          <p:cNvSpPr txBox="1"/>
          <p:nvPr/>
        </p:nvSpPr>
        <p:spPr>
          <a:xfrm>
            <a:off x="111760" y="581660"/>
            <a:ext cx="11831955" cy="905510"/>
          </a:xfrm>
          <a:prstGeom prst="rect">
            <a:avLst/>
          </a:prstGeom>
          <a:noFill/>
          <a:ln>
            <a:noFill/>
          </a:ln>
        </p:spPr>
        <p:txBody>
          <a:bodyPr spcFirstLastPara="1" wrap="square" lIns="91425" tIns="91425" rIns="91425" bIns="91425" anchor="t" anchorCtr="0">
            <a:noAutofit/>
          </a:bodyPr>
          <a:lstStyle/>
          <a:p>
            <a:pPr marL="0" marR="0" lvl="0" indent="0" algn="l" rtl="0">
              <a:lnSpc>
                <a:spcPct val="100000"/>
              </a:lnSpc>
              <a:spcBef>
                <a:spcPts val="0"/>
              </a:spcBef>
              <a:spcAft>
                <a:spcPts val="0"/>
              </a:spcAft>
              <a:buClr>
                <a:srgbClr val="000000"/>
              </a:buClr>
              <a:buSzPts val="3500"/>
              <a:buFont typeface="Arial" panose="020B0604020202020204"/>
              <a:buNone/>
            </a:pPr>
            <a:r>
              <a:rPr lang="en-US" sz="3500" b="1" i="0" u="none" strike="noStrike" cap="none">
                <a:solidFill>
                  <a:schemeClr val="dk1"/>
                </a:solidFill>
                <a:latin typeface="Montserrat" panose="00000500000000000000" charset="0"/>
                <a:ea typeface="Arial" panose="020B0604020202020204"/>
                <a:cs typeface="Montserrat" panose="00000500000000000000" charset="0"/>
                <a:sym typeface="Arial" panose="020B0604020202020204"/>
              </a:rPr>
              <a:t>Visual Insights </a:t>
            </a:r>
            <a:r>
              <a:rPr lang="en-US" sz="3500" b="1">
                <a:solidFill>
                  <a:schemeClr val="dk1"/>
                </a:solidFill>
                <a:latin typeface="Montserrat" panose="00000500000000000000" charset="0"/>
                <a:cs typeface="Montserrat" panose="00000500000000000000" charset="0"/>
                <a:sym typeface="+mn-ea"/>
              </a:rPr>
              <a:t>— Fraud Rate &amp; Amount Distribution</a:t>
            </a:r>
            <a:endParaRPr lang="en-US" sz="3500" b="1" i="0" u="none" strike="noStrike" cap="none">
              <a:solidFill>
                <a:schemeClr val="dk1"/>
              </a:solidFill>
              <a:latin typeface="Montserrat" panose="00000500000000000000" charset="0"/>
              <a:ea typeface="Arial" panose="020B0604020202020204"/>
              <a:cs typeface="Montserrat" panose="00000500000000000000" charset="0"/>
              <a:sym typeface="Arial" panose="020B0604020202020204"/>
            </a:endParaRPr>
          </a:p>
        </p:txBody>
      </p:sp>
      <p:pic>
        <p:nvPicPr>
          <p:cNvPr id="7" name="Image 0" descr="/home/claude/v2_chart_fraud_rate.png"/>
          <p:cNvPicPr>
            <a:picLocks noChangeAspect="1"/>
          </p:cNvPicPr>
          <p:nvPr/>
        </p:nvPicPr>
        <p:blipFill>
          <a:blip r:embed="rId1"/>
          <a:stretch>
            <a:fillRect/>
          </a:stretch>
        </p:blipFill>
        <p:spPr>
          <a:xfrm>
            <a:off x="182880" y="1268730"/>
            <a:ext cx="4389120" cy="3205480"/>
          </a:xfrm>
          <a:prstGeom prst="rect">
            <a:avLst/>
          </a:prstGeom>
        </p:spPr>
      </p:pic>
      <p:pic>
        <p:nvPicPr>
          <p:cNvPr id="8" name="Image 1" descr="/home/claude/v2_chart_amount_dist.png"/>
          <p:cNvPicPr>
            <a:picLocks noChangeAspect="1"/>
          </p:cNvPicPr>
          <p:nvPr/>
        </p:nvPicPr>
        <p:blipFill>
          <a:blip r:embed="rId2"/>
          <a:stretch>
            <a:fillRect/>
          </a:stretch>
        </p:blipFill>
        <p:spPr>
          <a:xfrm>
            <a:off x="5375910" y="1124585"/>
            <a:ext cx="5907405" cy="3455035"/>
          </a:xfrm>
          <a:prstGeom prst="rect">
            <a:avLst/>
          </a:prstGeom>
        </p:spPr>
      </p:pic>
      <p:graphicFrame>
        <p:nvGraphicFramePr>
          <p:cNvPr id="9" name="Table 0"/>
          <p:cNvGraphicFramePr>
            <a:graphicFrameLocks noGrp="1"/>
          </p:cNvGraphicFramePr>
          <p:nvPr>
            <p:custDataLst>
              <p:tags r:id="rId3"/>
            </p:custDataLst>
          </p:nvPr>
        </p:nvGraphicFramePr>
        <p:xfrm>
          <a:off x="335280" y="4763770"/>
          <a:ext cx="11525250" cy="2095500"/>
        </p:xfrm>
        <a:graphic>
          <a:graphicData uri="http://schemas.openxmlformats.org/drawingml/2006/table">
            <a:tbl>
              <a:tblPr/>
              <a:tblGrid>
                <a:gridCol w="3841750"/>
                <a:gridCol w="3841750"/>
                <a:gridCol w="3841750"/>
              </a:tblGrid>
              <a:tr h="419100">
                <a:tc>
                  <a:txBody>
                    <a:bodyPr/>
                    <a:lstStyle/>
                    <a:p>
                      <a:pPr marL="0" indent="0" algn="ctr">
                        <a:buNone/>
                      </a:pPr>
                      <a:r>
                        <a:rPr lang="en-US" sz="1800" b="1">
                          <a:solidFill>
                            <a:schemeClr val="bg1"/>
                          </a:solidFill>
                          <a:latin typeface="Montserrat" panose="00000500000000000000" charset="0"/>
                          <a:cs typeface="Montserrat" panose="00000500000000000000" charset="0"/>
                        </a:rPr>
                        <a:t>Metric</a:t>
                      </a:r>
                      <a:endParaRPr lang="en-US" sz="1800" b="1">
                        <a:solidFill>
                          <a:schemeClr val="bg1"/>
                        </a:solidFill>
                        <a:latin typeface="Montserrat" panose="00000500000000000000" charset="0"/>
                        <a:cs typeface="Montserrat" panose="00000500000000000000" charset="0"/>
                      </a:endParaRPr>
                    </a:p>
                  </a:txBody>
                  <a:tcPr anchor="ctr">
                    <a:lnL w="6350" cap="flat" cmpd="sng" algn="ctr">
                      <a:solidFill>
                        <a:srgbClr val="D0DFF0"/>
                      </a:solidFill>
                      <a:prstDash val="solid"/>
                      <a:round/>
                      <a:headEnd type="none" w="med" len="med"/>
                      <a:tailEnd type="none" w="med" len="med"/>
                    </a:lnL>
                    <a:lnR w="6350" cap="flat" cmpd="sng" algn="ctr">
                      <a:solidFill>
                        <a:srgbClr val="D0DFF0"/>
                      </a:solidFill>
                      <a:prstDash val="solid"/>
                      <a:round/>
                      <a:headEnd type="none" w="med" len="med"/>
                      <a:tailEnd type="none" w="med" len="med"/>
                    </a:lnR>
                    <a:lnT w="6350" cap="flat" cmpd="sng" algn="ctr">
                      <a:solidFill>
                        <a:srgbClr val="D0DFF0"/>
                      </a:solidFill>
                      <a:prstDash val="solid"/>
                      <a:round/>
                      <a:headEnd type="none" w="med" len="med"/>
                      <a:tailEnd type="none" w="med" len="med"/>
                    </a:lnT>
                    <a:lnB w="6350" cap="flat" cmpd="sng" algn="ctr">
                      <a:solidFill>
                        <a:srgbClr val="D0DFF0"/>
                      </a:solidFill>
                      <a:prstDash val="solid"/>
                      <a:round/>
                      <a:headEnd type="none" w="med" len="med"/>
                      <a:tailEnd type="none" w="med" len="med"/>
                    </a:lnB>
                    <a:solidFill>
                      <a:srgbClr val="1A5FA8"/>
                    </a:solidFill>
                  </a:tcPr>
                </a:tc>
                <a:tc>
                  <a:txBody>
                    <a:bodyPr/>
                    <a:lstStyle/>
                    <a:p>
                      <a:pPr marL="0" indent="0" algn="ctr">
                        <a:buNone/>
                      </a:pPr>
                      <a:r>
                        <a:rPr lang="en-US" sz="1800" b="1">
                          <a:solidFill>
                            <a:schemeClr val="bg1"/>
                          </a:solidFill>
                          <a:latin typeface="Montserrat" panose="00000500000000000000" charset="0"/>
                          <a:cs typeface="Montserrat" panose="00000500000000000000" charset="0"/>
                        </a:rPr>
                        <a:t>Legitimate</a:t>
                      </a:r>
                      <a:endParaRPr lang="en-US" sz="1800" b="1">
                        <a:solidFill>
                          <a:schemeClr val="bg1"/>
                        </a:solidFill>
                        <a:latin typeface="Montserrat" panose="00000500000000000000" charset="0"/>
                        <a:cs typeface="Montserrat" panose="00000500000000000000" charset="0"/>
                      </a:endParaRPr>
                    </a:p>
                  </a:txBody>
                  <a:tcPr anchor="ctr">
                    <a:lnL w="6350" cap="flat" cmpd="sng" algn="ctr">
                      <a:solidFill>
                        <a:srgbClr val="D0DFF0"/>
                      </a:solidFill>
                      <a:prstDash val="solid"/>
                      <a:round/>
                      <a:headEnd type="none" w="med" len="med"/>
                      <a:tailEnd type="none" w="med" len="med"/>
                    </a:lnL>
                    <a:lnR w="6350" cap="flat" cmpd="sng" algn="ctr">
                      <a:solidFill>
                        <a:srgbClr val="D0DFF0"/>
                      </a:solidFill>
                      <a:prstDash val="solid"/>
                      <a:round/>
                      <a:headEnd type="none" w="med" len="med"/>
                      <a:tailEnd type="none" w="med" len="med"/>
                    </a:lnR>
                    <a:lnT w="6350" cap="flat" cmpd="sng" algn="ctr">
                      <a:solidFill>
                        <a:srgbClr val="D0DFF0"/>
                      </a:solidFill>
                      <a:prstDash val="solid"/>
                      <a:round/>
                      <a:headEnd type="none" w="med" len="med"/>
                      <a:tailEnd type="none" w="med" len="med"/>
                    </a:lnT>
                    <a:lnB w="6350" cap="flat" cmpd="sng" algn="ctr">
                      <a:solidFill>
                        <a:srgbClr val="D0DFF0"/>
                      </a:solidFill>
                      <a:prstDash val="solid"/>
                      <a:round/>
                      <a:headEnd type="none" w="med" len="med"/>
                      <a:tailEnd type="none" w="med" len="med"/>
                    </a:lnB>
                    <a:solidFill>
                      <a:srgbClr val="1A5FA8"/>
                    </a:solidFill>
                  </a:tcPr>
                </a:tc>
                <a:tc>
                  <a:txBody>
                    <a:bodyPr/>
                    <a:lstStyle/>
                    <a:p>
                      <a:pPr marL="0" indent="0" algn="ctr">
                        <a:buNone/>
                      </a:pPr>
                      <a:r>
                        <a:rPr lang="en-US" sz="1800" b="1">
                          <a:solidFill>
                            <a:schemeClr val="bg1"/>
                          </a:solidFill>
                          <a:latin typeface="Montserrat" panose="00000500000000000000" charset="0"/>
                          <a:cs typeface="Montserrat" panose="00000500000000000000" charset="0"/>
                        </a:rPr>
                        <a:t>Fraudulent</a:t>
                      </a:r>
                      <a:endParaRPr lang="en-US" sz="1800" b="1">
                        <a:solidFill>
                          <a:schemeClr val="bg1"/>
                        </a:solidFill>
                        <a:latin typeface="Montserrat" panose="00000500000000000000" charset="0"/>
                        <a:cs typeface="Montserrat" panose="00000500000000000000" charset="0"/>
                      </a:endParaRPr>
                    </a:p>
                  </a:txBody>
                  <a:tcPr anchor="ctr">
                    <a:lnL w="6350" cap="flat" cmpd="sng" algn="ctr">
                      <a:solidFill>
                        <a:srgbClr val="D0DFF0"/>
                      </a:solidFill>
                      <a:prstDash val="solid"/>
                      <a:round/>
                      <a:headEnd type="none" w="med" len="med"/>
                      <a:tailEnd type="none" w="med" len="med"/>
                    </a:lnL>
                    <a:lnR w="6350" cap="flat" cmpd="sng" algn="ctr">
                      <a:solidFill>
                        <a:srgbClr val="D0DFF0"/>
                      </a:solidFill>
                      <a:prstDash val="solid"/>
                      <a:round/>
                      <a:headEnd type="none" w="med" len="med"/>
                      <a:tailEnd type="none" w="med" len="med"/>
                    </a:lnR>
                    <a:lnT w="6350" cap="flat" cmpd="sng" algn="ctr">
                      <a:solidFill>
                        <a:srgbClr val="D0DFF0"/>
                      </a:solidFill>
                      <a:prstDash val="solid"/>
                      <a:round/>
                      <a:headEnd type="none" w="med" len="med"/>
                      <a:tailEnd type="none" w="med" len="med"/>
                    </a:lnT>
                    <a:lnB w="6350" cap="flat" cmpd="sng" algn="ctr">
                      <a:solidFill>
                        <a:srgbClr val="D0DFF0"/>
                      </a:solidFill>
                      <a:prstDash val="solid"/>
                      <a:round/>
                      <a:headEnd type="none" w="med" len="med"/>
                      <a:tailEnd type="none" w="med" len="med"/>
                    </a:lnB>
                    <a:solidFill>
                      <a:srgbClr val="1A5FA8"/>
                    </a:solidFill>
                  </a:tcPr>
                </a:tc>
              </a:tr>
              <a:tr h="419100">
                <a:tc>
                  <a:txBody>
                    <a:bodyPr/>
                    <a:lstStyle/>
                    <a:p>
                      <a:pPr marL="0" indent="0" algn="ctr">
                        <a:buNone/>
                      </a:pPr>
                      <a:r>
                        <a:rPr lang="en-US" sz="1800">
                          <a:solidFill>
                            <a:srgbClr val="000000"/>
                          </a:solidFill>
                          <a:latin typeface="Montserrat" panose="00000500000000000000" charset="0"/>
                          <a:cs typeface="Montserrat" panose="00000500000000000000" charset="0"/>
                        </a:rPr>
                        <a:t>Mean Amount</a:t>
                      </a:r>
                      <a:endParaRPr lang="en-US" sz="1800">
                        <a:solidFill>
                          <a:srgbClr val="000000"/>
                        </a:solidFill>
                        <a:latin typeface="Montserrat" panose="00000500000000000000" charset="0"/>
                        <a:cs typeface="Montserrat" panose="00000500000000000000" charset="0"/>
                      </a:endParaRPr>
                    </a:p>
                  </a:txBody>
                  <a:tcPr anchor="ctr">
                    <a:lnL w="6350" cap="flat" cmpd="sng" algn="ctr">
                      <a:solidFill>
                        <a:srgbClr val="D0DFF0"/>
                      </a:solidFill>
                      <a:prstDash val="solid"/>
                      <a:round/>
                      <a:headEnd type="none" w="med" len="med"/>
                      <a:tailEnd type="none" w="med" len="med"/>
                    </a:lnL>
                    <a:lnR w="6350" cap="flat" cmpd="sng" algn="ctr">
                      <a:solidFill>
                        <a:srgbClr val="D0DFF0"/>
                      </a:solidFill>
                      <a:prstDash val="solid"/>
                      <a:round/>
                      <a:headEnd type="none" w="med" len="med"/>
                      <a:tailEnd type="none" w="med" len="med"/>
                    </a:lnR>
                    <a:lnT w="6350" cap="flat" cmpd="sng" algn="ctr">
                      <a:solidFill>
                        <a:srgbClr val="D0DFF0"/>
                      </a:solidFill>
                      <a:prstDash val="solid"/>
                      <a:round/>
                      <a:headEnd type="none" w="med" len="med"/>
                      <a:tailEnd type="none" w="med" len="med"/>
                    </a:lnT>
                    <a:lnB w="6350" cap="flat" cmpd="sng" algn="ctr">
                      <a:solidFill>
                        <a:srgbClr val="D0DFF0"/>
                      </a:solidFill>
                      <a:prstDash val="solid"/>
                      <a:round/>
                      <a:headEnd type="none" w="med" len="med"/>
                      <a:tailEnd type="none" w="med" len="med"/>
                    </a:lnB>
                  </a:tcPr>
                </a:tc>
                <a:tc>
                  <a:txBody>
                    <a:bodyPr/>
                    <a:lstStyle/>
                    <a:p>
                      <a:pPr marL="0" indent="0" algn="ctr">
                        <a:buNone/>
                      </a:pPr>
                      <a:r>
                        <a:rPr lang="en-US" sz="1800">
                          <a:solidFill>
                            <a:srgbClr val="000000"/>
                          </a:solidFill>
                          <a:latin typeface="Montserrat" panose="00000500000000000000" charset="0"/>
                          <a:cs typeface="Montserrat" panose="00000500000000000000" charset="0"/>
                        </a:rPr>
                        <a:t>$156,716</a:t>
                      </a:r>
                      <a:endParaRPr lang="en-US" sz="1800">
                        <a:solidFill>
                          <a:srgbClr val="000000"/>
                        </a:solidFill>
                        <a:latin typeface="Montserrat" panose="00000500000000000000" charset="0"/>
                        <a:cs typeface="Montserrat" panose="00000500000000000000" charset="0"/>
                      </a:endParaRPr>
                    </a:p>
                  </a:txBody>
                  <a:tcPr anchor="ctr">
                    <a:lnL w="6350" cap="flat" cmpd="sng" algn="ctr">
                      <a:solidFill>
                        <a:srgbClr val="D0DFF0"/>
                      </a:solidFill>
                      <a:prstDash val="solid"/>
                      <a:round/>
                      <a:headEnd type="none" w="med" len="med"/>
                      <a:tailEnd type="none" w="med" len="med"/>
                    </a:lnL>
                    <a:lnR w="6350" cap="flat" cmpd="sng" algn="ctr">
                      <a:solidFill>
                        <a:srgbClr val="D0DFF0"/>
                      </a:solidFill>
                      <a:prstDash val="solid"/>
                      <a:round/>
                      <a:headEnd type="none" w="med" len="med"/>
                      <a:tailEnd type="none" w="med" len="med"/>
                    </a:lnR>
                    <a:lnT w="6350" cap="flat" cmpd="sng" algn="ctr">
                      <a:solidFill>
                        <a:srgbClr val="D0DFF0"/>
                      </a:solidFill>
                      <a:prstDash val="solid"/>
                      <a:round/>
                      <a:headEnd type="none" w="med" len="med"/>
                      <a:tailEnd type="none" w="med" len="med"/>
                    </a:lnT>
                    <a:lnB w="6350" cap="flat" cmpd="sng" algn="ctr">
                      <a:solidFill>
                        <a:srgbClr val="D0DFF0"/>
                      </a:solidFill>
                      <a:prstDash val="solid"/>
                      <a:round/>
                      <a:headEnd type="none" w="med" len="med"/>
                      <a:tailEnd type="none" w="med" len="med"/>
                    </a:lnB>
                  </a:tcPr>
                </a:tc>
                <a:tc>
                  <a:txBody>
                    <a:bodyPr/>
                    <a:lstStyle/>
                    <a:p>
                      <a:pPr marL="0" indent="0" algn="ctr">
                        <a:buNone/>
                      </a:pPr>
                      <a:r>
                        <a:rPr lang="en-US" sz="1800">
                          <a:solidFill>
                            <a:srgbClr val="000000"/>
                          </a:solidFill>
                          <a:latin typeface="Montserrat" panose="00000500000000000000" charset="0"/>
                          <a:cs typeface="Montserrat" panose="00000500000000000000" charset="0"/>
                        </a:rPr>
                        <a:t>$573,938</a:t>
                      </a:r>
                      <a:endParaRPr lang="en-US" sz="1800">
                        <a:solidFill>
                          <a:srgbClr val="000000"/>
                        </a:solidFill>
                        <a:latin typeface="Montserrat" panose="00000500000000000000" charset="0"/>
                        <a:cs typeface="Montserrat" panose="00000500000000000000" charset="0"/>
                      </a:endParaRPr>
                    </a:p>
                  </a:txBody>
                  <a:tcPr anchor="ctr">
                    <a:lnL w="6350" cap="flat" cmpd="sng" algn="ctr">
                      <a:solidFill>
                        <a:srgbClr val="D0DFF0"/>
                      </a:solidFill>
                      <a:prstDash val="solid"/>
                      <a:round/>
                      <a:headEnd type="none" w="med" len="med"/>
                      <a:tailEnd type="none" w="med" len="med"/>
                    </a:lnL>
                    <a:lnR w="6350" cap="flat" cmpd="sng" algn="ctr">
                      <a:solidFill>
                        <a:srgbClr val="D0DFF0"/>
                      </a:solidFill>
                      <a:prstDash val="solid"/>
                      <a:round/>
                      <a:headEnd type="none" w="med" len="med"/>
                      <a:tailEnd type="none" w="med" len="med"/>
                    </a:lnR>
                    <a:lnT w="6350" cap="flat" cmpd="sng" algn="ctr">
                      <a:solidFill>
                        <a:srgbClr val="D0DFF0"/>
                      </a:solidFill>
                      <a:prstDash val="solid"/>
                      <a:round/>
                      <a:headEnd type="none" w="med" len="med"/>
                      <a:tailEnd type="none" w="med" len="med"/>
                    </a:lnT>
                    <a:lnB w="6350" cap="flat" cmpd="sng" algn="ctr">
                      <a:solidFill>
                        <a:srgbClr val="D0DFF0"/>
                      </a:solidFill>
                      <a:prstDash val="solid"/>
                      <a:round/>
                      <a:headEnd type="none" w="med" len="med"/>
                      <a:tailEnd type="none" w="med" len="med"/>
                    </a:lnB>
                  </a:tcPr>
                </a:tc>
              </a:tr>
              <a:tr h="419100">
                <a:tc>
                  <a:txBody>
                    <a:bodyPr/>
                    <a:lstStyle/>
                    <a:p>
                      <a:pPr marL="0" indent="0" algn="ctr">
                        <a:buNone/>
                      </a:pPr>
                      <a:r>
                        <a:rPr lang="en-US" sz="1800">
                          <a:solidFill>
                            <a:srgbClr val="000000"/>
                          </a:solidFill>
                          <a:latin typeface="Montserrat" panose="00000500000000000000" charset="0"/>
                          <a:cs typeface="Montserrat" panose="00000500000000000000" charset="0"/>
                        </a:rPr>
                        <a:t>Median Amount</a:t>
                      </a:r>
                      <a:endParaRPr lang="en-US" sz="1800">
                        <a:solidFill>
                          <a:srgbClr val="000000"/>
                        </a:solidFill>
                        <a:latin typeface="Montserrat" panose="00000500000000000000" charset="0"/>
                        <a:cs typeface="Montserrat" panose="00000500000000000000" charset="0"/>
                      </a:endParaRPr>
                    </a:p>
                  </a:txBody>
                  <a:tcPr anchor="ctr">
                    <a:lnL w="6350" cap="flat" cmpd="sng" algn="ctr">
                      <a:solidFill>
                        <a:srgbClr val="D0DFF0"/>
                      </a:solidFill>
                      <a:prstDash val="solid"/>
                      <a:round/>
                      <a:headEnd type="none" w="med" len="med"/>
                      <a:tailEnd type="none" w="med" len="med"/>
                    </a:lnL>
                    <a:lnR w="6350" cap="flat" cmpd="sng" algn="ctr">
                      <a:solidFill>
                        <a:srgbClr val="D0DFF0"/>
                      </a:solidFill>
                      <a:prstDash val="solid"/>
                      <a:round/>
                      <a:headEnd type="none" w="med" len="med"/>
                      <a:tailEnd type="none" w="med" len="med"/>
                    </a:lnR>
                    <a:lnT w="6350" cap="flat" cmpd="sng" algn="ctr">
                      <a:solidFill>
                        <a:srgbClr val="D0DFF0"/>
                      </a:solidFill>
                      <a:prstDash val="solid"/>
                      <a:round/>
                      <a:headEnd type="none" w="med" len="med"/>
                      <a:tailEnd type="none" w="med" len="med"/>
                    </a:lnT>
                    <a:lnB w="6350" cap="flat" cmpd="sng" algn="ctr">
                      <a:solidFill>
                        <a:srgbClr val="D0DFF0"/>
                      </a:solidFill>
                      <a:prstDash val="solid"/>
                      <a:round/>
                      <a:headEnd type="none" w="med" len="med"/>
                      <a:tailEnd type="none" w="med" len="med"/>
                    </a:lnB>
                  </a:tcPr>
                </a:tc>
                <a:tc>
                  <a:txBody>
                    <a:bodyPr/>
                    <a:lstStyle/>
                    <a:p>
                      <a:pPr marL="0" indent="0" algn="ctr">
                        <a:buNone/>
                      </a:pPr>
                      <a:r>
                        <a:rPr lang="en-US" sz="1800">
                          <a:solidFill>
                            <a:srgbClr val="000000"/>
                          </a:solidFill>
                          <a:latin typeface="Montserrat" panose="00000500000000000000" charset="0"/>
                          <a:cs typeface="Montserrat" panose="00000500000000000000" charset="0"/>
                        </a:rPr>
                        <a:t>$34,359</a:t>
                      </a:r>
                      <a:endParaRPr lang="en-US" sz="1800">
                        <a:solidFill>
                          <a:srgbClr val="000000"/>
                        </a:solidFill>
                        <a:latin typeface="Montserrat" panose="00000500000000000000" charset="0"/>
                        <a:cs typeface="Montserrat" panose="00000500000000000000" charset="0"/>
                      </a:endParaRPr>
                    </a:p>
                  </a:txBody>
                  <a:tcPr anchor="ctr">
                    <a:lnL w="6350" cap="flat" cmpd="sng" algn="ctr">
                      <a:solidFill>
                        <a:srgbClr val="D0DFF0"/>
                      </a:solidFill>
                      <a:prstDash val="solid"/>
                      <a:round/>
                      <a:headEnd type="none" w="med" len="med"/>
                      <a:tailEnd type="none" w="med" len="med"/>
                    </a:lnL>
                    <a:lnR w="6350" cap="flat" cmpd="sng" algn="ctr">
                      <a:solidFill>
                        <a:srgbClr val="D0DFF0"/>
                      </a:solidFill>
                      <a:prstDash val="solid"/>
                      <a:round/>
                      <a:headEnd type="none" w="med" len="med"/>
                      <a:tailEnd type="none" w="med" len="med"/>
                    </a:lnR>
                    <a:lnT w="6350" cap="flat" cmpd="sng" algn="ctr">
                      <a:solidFill>
                        <a:srgbClr val="D0DFF0"/>
                      </a:solidFill>
                      <a:prstDash val="solid"/>
                      <a:round/>
                      <a:headEnd type="none" w="med" len="med"/>
                      <a:tailEnd type="none" w="med" len="med"/>
                    </a:lnT>
                    <a:lnB w="6350" cap="flat" cmpd="sng" algn="ctr">
                      <a:solidFill>
                        <a:srgbClr val="D0DFF0"/>
                      </a:solidFill>
                      <a:prstDash val="solid"/>
                      <a:round/>
                      <a:headEnd type="none" w="med" len="med"/>
                      <a:tailEnd type="none" w="med" len="med"/>
                    </a:lnB>
                  </a:tcPr>
                </a:tc>
                <a:tc>
                  <a:txBody>
                    <a:bodyPr/>
                    <a:lstStyle/>
                    <a:p>
                      <a:pPr marL="0" indent="0" algn="ctr">
                        <a:buNone/>
                      </a:pPr>
                      <a:r>
                        <a:rPr lang="en-US" sz="1800">
                          <a:solidFill>
                            <a:srgbClr val="000000"/>
                          </a:solidFill>
                          <a:latin typeface="Montserrat" panose="00000500000000000000" charset="0"/>
                          <a:cs typeface="Montserrat" panose="00000500000000000000" charset="0"/>
                        </a:rPr>
                        <a:t>$31,927</a:t>
                      </a:r>
                      <a:endParaRPr lang="en-US" sz="1800">
                        <a:solidFill>
                          <a:srgbClr val="000000"/>
                        </a:solidFill>
                        <a:latin typeface="Montserrat" panose="00000500000000000000" charset="0"/>
                        <a:cs typeface="Montserrat" panose="00000500000000000000" charset="0"/>
                      </a:endParaRPr>
                    </a:p>
                  </a:txBody>
                  <a:tcPr anchor="ctr">
                    <a:lnL w="6350" cap="flat" cmpd="sng" algn="ctr">
                      <a:solidFill>
                        <a:srgbClr val="D0DFF0"/>
                      </a:solidFill>
                      <a:prstDash val="solid"/>
                      <a:round/>
                      <a:headEnd type="none" w="med" len="med"/>
                      <a:tailEnd type="none" w="med" len="med"/>
                    </a:lnL>
                    <a:lnR w="6350" cap="flat" cmpd="sng" algn="ctr">
                      <a:solidFill>
                        <a:srgbClr val="D0DFF0"/>
                      </a:solidFill>
                      <a:prstDash val="solid"/>
                      <a:round/>
                      <a:headEnd type="none" w="med" len="med"/>
                      <a:tailEnd type="none" w="med" len="med"/>
                    </a:lnR>
                    <a:lnT w="6350" cap="flat" cmpd="sng" algn="ctr">
                      <a:solidFill>
                        <a:srgbClr val="D0DFF0"/>
                      </a:solidFill>
                      <a:prstDash val="solid"/>
                      <a:round/>
                      <a:headEnd type="none" w="med" len="med"/>
                      <a:tailEnd type="none" w="med" len="med"/>
                    </a:lnT>
                    <a:lnB w="6350" cap="flat" cmpd="sng" algn="ctr">
                      <a:solidFill>
                        <a:srgbClr val="D0DFF0"/>
                      </a:solidFill>
                      <a:prstDash val="solid"/>
                      <a:round/>
                      <a:headEnd type="none" w="med" len="med"/>
                      <a:tailEnd type="none" w="med" len="med"/>
                    </a:lnB>
                  </a:tcPr>
                </a:tc>
              </a:tr>
              <a:tr h="419100">
                <a:tc>
                  <a:txBody>
                    <a:bodyPr/>
                    <a:lstStyle/>
                    <a:p>
                      <a:pPr marL="0" indent="0" algn="ctr">
                        <a:buNone/>
                      </a:pPr>
                      <a:r>
                        <a:rPr lang="en-US" sz="1800">
                          <a:solidFill>
                            <a:srgbClr val="000000"/>
                          </a:solidFill>
                          <a:latin typeface="Montserrat" panose="00000500000000000000" charset="0"/>
                          <a:cs typeface="Montserrat" panose="00000500000000000000" charset="0"/>
                        </a:rPr>
                        <a:t>Max Amount</a:t>
                      </a:r>
                      <a:endParaRPr lang="en-US" sz="1800">
                        <a:solidFill>
                          <a:srgbClr val="000000"/>
                        </a:solidFill>
                        <a:latin typeface="Montserrat" panose="00000500000000000000" charset="0"/>
                        <a:cs typeface="Montserrat" panose="00000500000000000000" charset="0"/>
                      </a:endParaRPr>
                    </a:p>
                  </a:txBody>
                  <a:tcPr anchor="ctr">
                    <a:lnL w="6350" cap="flat" cmpd="sng" algn="ctr">
                      <a:solidFill>
                        <a:srgbClr val="D0DFF0"/>
                      </a:solidFill>
                      <a:prstDash val="solid"/>
                      <a:round/>
                      <a:headEnd type="none" w="med" len="med"/>
                      <a:tailEnd type="none" w="med" len="med"/>
                    </a:lnL>
                    <a:lnR w="6350" cap="flat" cmpd="sng" algn="ctr">
                      <a:solidFill>
                        <a:srgbClr val="D0DFF0"/>
                      </a:solidFill>
                      <a:prstDash val="solid"/>
                      <a:round/>
                      <a:headEnd type="none" w="med" len="med"/>
                      <a:tailEnd type="none" w="med" len="med"/>
                    </a:lnR>
                    <a:lnT w="6350" cap="flat" cmpd="sng" algn="ctr">
                      <a:solidFill>
                        <a:srgbClr val="D0DFF0"/>
                      </a:solidFill>
                      <a:prstDash val="solid"/>
                      <a:round/>
                      <a:headEnd type="none" w="med" len="med"/>
                      <a:tailEnd type="none" w="med" len="med"/>
                    </a:lnT>
                    <a:lnB w="6350" cap="flat" cmpd="sng" algn="ctr">
                      <a:solidFill>
                        <a:srgbClr val="D0DFF0"/>
                      </a:solidFill>
                      <a:prstDash val="solid"/>
                      <a:round/>
                      <a:headEnd type="none" w="med" len="med"/>
                      <a:tailEnd type="none" w="med" len="med"/>
                    </a:lnB>
                  </a:tcPr>
                </a:tc>
                <a:tc>
                  <a:txBody>
                    <a:bodyPr/>
                    <a:lstStyle/>
                    <a:p>
                      <a:pPr marL="0" indent="0" algn="ctr">
                        <a:buNone/>
                      </a:pPr>
                      <a:r>
                        <a:rPr lang="en-US" sz="1800">
                          <a:solidFill>
                            <a:srgbClr val="000000"/>
                          </a:solidFill>
                          <a:latin typeface="Montserrat" panose="00000500000000000000" charset="0"/>
                          <a:cs typeface="Montserrat" panose="00000500000000000000" charset="0"/>
                        </a:rPr>
                        <a:t>$5,677,662</a:t>
                      </a:r>
                      <a:endParaRPr lang="en-US" sz="1800">
                        <a:solidFill>
                          <a:srgbClr val="000000"/>
                        </a:solidFill>
                        <a:latin typeface="Montserrat" panose="00000500000000000000" charset="0"/>
                        <a:cs typeface="Montserrat" panose="00000500000000000000" charset="0"/>
                      </a:endParaRPr>
                    </a:p>
                  </a:txBody>
                  <a:tcPr anchor="ctr">
                    <a:lnL w="6350" cap="flat" cmpd="sng" algn="ctr">
                      <a:solidFill>
                        <a:srgbClr val="D0DFF0"/>
                      </a:solidFill>
                      <a:prstDash val="solid"/>
                      <a:round/>
                      <a:headEnd type="none" w="med" len="med"/>
                      <a:tailEnd type="none" w="med" len="med"/>
                    </a:lnL>
                    <a:lnR w="6350" cap="flat" cmpd="sng" algn="ctr">
                      <a:solidFill>
                        <a:srgbClr val="D0DFF0"/>
                      </a:solidFill>
                      <a:prstDash val="solid"/>
                      <a:round/>
                      <a:headEnd type="none" w="med" len="med"/>
                      <a:tailEnd type="none" w="med" len="med"/>
                    </a:lnR>
                    <a:lnT w="6350" cap="flat" cmpd="sng" algn="ctr">
                      <a:solidFill>
                        <a:srgbClr val="D0DFF0"/>
                      </a:solidFill>
                      <a:prstDash val="solid"/>
                      <a:round/>
                      <a:headEnd type="none" w="med" len="med"/>
                      <a:tailEnd type="none" w="med" len="med"/>
                    </a:lnT>
                    <a:lnB w="6350" cap="flat" cmpd="sng" algn="ctr">
                      <a:solidFill>
                        <a:srgbClr val="D0DFF0"/>
                      </a:solidFill>
                      <a:prstDash val="solid"/>
                      <a:round/>
                      <a:headEnd type="none" w="med" len="med"/>
                      <a:tailEnd type="none" w="med" len="med"/>
                    </a:lnB>
                  </a:tcPr>
                </a:tc>
                <a:tc>
                  <a:txBody>
                    <a:bodyPr/>
                    <a:lstStyle/>
                    <a:p>
                      <a:pPr marL="0" indent="0" algn="ctr">
                        <a:buNone/>
                      </a:pPr>
                      <a:r>
                        <a:rPr lang="en-US" sz="1800">
                          <a:solidFill>
                            <a:srgbClr val="000000"/>
                          </a:solidFill>
                          <a:latin typeface="Montserrat" panose="00000500000000000000" charset="0"/>
                          <a:cs typeface="Montserrat" panose="00000500000000000000" charset="0"/>
                        </a:rPr>
                        <a:t>$10,000,000</a:t>
                      </a:r>
                      <a:endParaRPr lang="en-US" sz="1800">
                        <a:solidFill>
                          <a:srgbClr val="000000"/>
                        </a:solidFill>
                        <a:latin typeface="Montserrat" panose="00000500000000000000" charset="0"/>
                        <a:cs typeface="Montserrat" panose="00000500000000000000" charset="0"/>
                      </a:endParaRPr>
                    </a:p>
                  </a:txBody>
                  <a:tcPr anchor="ctr">
                    <a:lnL w="6350" cap="flat" cmpd="sng" algn="ctr">
                      <a:solidFill>
                        <a:srgbClr val="D0DFF0"/>
                      </a:solidFill>
                      <a:prstDash val="solid"/>
                      <a:round/>
                      <a:headEnd type="none" w="med" len="med"/>
                      <a:tailEnd type="none" w="med" len="med"/>
                    </a:lnL>
                    <a:lnR w="6350" cap="flat" cmpd="sng" algn="ctr">
                      <a:solidFill>
                        <a:srgbClr val="D0DFF0"/>
                      </a:solidFill>
                      <a:prstDash val="solid"/>
                      <a:round/>
                      <a:headEnd type="none" w="med" len="med"/>
                      <a:tailEnd type="none" w="med" len="med"/>
                    </a:lnR>
                    <a:lnT w="6350" cap="flat" cmpd="sng" algn="ctr">
                      <a:solidFill>
                        <a:srgbClr val="D0DFF0"/>
                      </a:solidFill>
                      <a:prstDash val="solid"/>
                      <a:round/>
                      <a:headEnd type="none" w="med" len="med"/>
                      <a:tailEnd type="none" w="med" len="med"/>
                    </a:lnT>
                    <a:lnB w="6350" cap="flat" cmpd="sng" algn="ctr">
                      <a:solidFill>
                        <a:srgbClr val="D0DFF0"/>
                      </a:solidFill>
                      <a:prstDash val="solid"/>
                      <a:round/>
                      <a:headEnd type="none" w="med" len="med"/>
                      <a:tailEnd type="none" w="med" len="med"/>
                    </a:lnB>
                  </a:tcPr>
                </a:tc>
              </a:tr>
              <a:tr h="419100">
                <a:tc>
                  <a:txBody>
                    <a:bodyPr/>
                    <a:lstStyle/>
                    <a:p>
                      <a:pPr marL="0" indent="0" algn="ctr">
                        <a:buNone/>
                      </a:pPr>
                      <a:r>
                        <a:rPr lang="en-US" sz="1800">
                          <a:solidFill>
                            <a:srgbClr val="000000"/>
                          </a:solidFill>
                          <a:latin typeface="Montserrat" panose="00000500000000000000" charset="0"/>
                          <a:cs typeface="Montserrat" panose="00000500000000000000" charset="0"/>
                        </a:rPr>
                        <a:t>Std Dev</a:t>
                      </a:r>
                      <a:endParaRPr lang="en-US" sz="1800">
                        <a:solidFill>
                          <a:srgbClr val="000000"/>
                        </a:solidFill>
                        <a:latin typeface="Montserrat" panose="00000500000000000000" charset="0"/>
                        <a:cs typeface="Montserrat" panose="00000500000000000000" charset="0"/>
                      </a:endParaRPr>
                    </a:p>
                  </a:txBody>
                  <a:tcPr anchor="ctr">
                    <a:lnL w="6350" cap="flat" cmpd="sng" algn="ctr">
                      <a:solidFill>
                        <a:srgbClr val="D0DFF0"/>
                      </a:solidFill>
                      <a:prstDash val="solid"/>
                      <a:round/>
                      <a:headEnd type="none" w="med" len="med"/>
                      <a:tailEnd type="none" w="med" len="med"/>
                    </a:lnL>
                    <a:lnR w="6350" cap="flat" cmpd="sng" algn="ctr">
                      <a:solidFill>
                        <a:srgbClr val="D0DFF0"/>
                      </a:solidFill>
                      <a:prstDash val="solid"/>
                      <a:round/>
                      <a:headEnd type="none" w="med" len="med"/>
                      <a:tailEnd type="none" w="med" len="med"/>
                    </a:lnR>
                    <a:lnT w="6350" cap="flat" cmpd="sng" algn="ctr">
                      <a:solidFill>
                        <a:srgbClr val="D0DFF0"/>
                      </a:solidFill>
                      <a:prstDash val="solid"/>
                      <a:round/>
                      <a:headEnd type="none" w="med" len="med"/>
                      <a:tailEnd type="none" w="med" len="med"/>
                    </a:lnT>
                    <a:lnB w="6350" cap="flat" cmpd="sng" algn="ctr">
                      <a:solidFill>
                        <a:srgbClr val="D0DFF0"/>
                      </a:solidFill>
                      <a:prstDash val="solid"/>
                      <a:round/>
                      <a:headEnd type="none" w="med" len="med"/>
                      <a:tailEnd type="none" w="med" len="med"/>
                    </a:lnB>
                  </a:tcPr>
                </a:tc>
                <a:tc>
                  <a:txBody>
                    <a:bodyPr/>
                    <a:lstStyle/>
                    <a:p>
                      <a:pPr marL="0" indent="0" algn="ctr">
                        <a:buNone/>
                      </a:pPr>
                      <a:r>
                        <a:rPr lang="en-US" sz="1800">
                          <a:solidFill>
                            <a:srgbClr val="000000"/>
                          </a:solidFill>
                          <a:latin typeface="Montserrat" panose="00000500000000000000" charset="0"/>
                          <a:cs typeface="Montserrat" panose="00000500000000000000" charset="0"/>
                        </a:rPr>
                        <a:t>$318,954</a:t>
                      </a:r>
                      <a:endParaRPr lang="en-US" sz="1800">
                        <a:solidFill>
                          <a:srgbClr val="000000"/>
                        </a:solidFill>
                        <a:latin typeface="Montserrat" panose="00000500000000000000" charset="0"/>
                        <a:cs typeface="Montserrat" panose="00000500000000000000" charset="0"/>
                      </a:endParaRPr>
                    </a:p>
                  </a:txBody>
                  <a:tcPr anchor="ctr">
                    <a:lnL w="6350" cap="flat" cmpd="sng" algn="ctr">
                      <a:solidFill>
                        <a:srgbClr val="D0DFF0"/>
                      </a:solidFill>
                      <a:prstDash val="solid"/>
                      <a:round/>
                      <a:headEnd type="none" w="med" len="med"/>
                      <a:tailEnd type="none" w="med" len="med"/>
                    </a:lnL>
                    <a:lnR w="6350" cap="flat" cmpd="sng" algn="ctr">
                      <a:solidFill>
                        <a:srgbClr val="D0DFF0"/>
                      </a:solidFill>
                      <a:prstDash val="solid"/>
                      <a:round/>
                      <a:headEnd type="none" w="med" len="med"/>
                      <a:tailEnd type="none" w="med" len="med"/>
                    </a:lnR>
                    <a:lnT w="6350" cap="flat" cmpd="sng" algn="ctr">
                      <a:solidFill>
                        <a:srgbClr val="D0DFF0"/>
                      </a:solidFill>
                      <a:prstDash val="solid"/>
                      <a:round/>
                      <a:headEnd type="none" w="med" len="med"/>
                      <a:tailEnd type="none" w="med" len="med"/>
                    </a:lnT>
                    <a:lnB w="6350" cap="flat" cmpd="sng" algn="ctr">
                      <a:solidFill>
                        <a:srgbClr val="D0DFF0"/>
                      </a:solidFill>
                      <a:prstDash val="solid"/>
                      <a:round/>
                      <a:headEnd type="none" w="med" len="med"/>
                      <a:tailEnd type="none" w="med" len="med"/>
                    </a:lnB>
                  </a:tcPr>
                </a:tc>
                <a:tc>
                  <a:txBody>
                    <a:bodyPr/>
                    <a:lstStyle/>
                    <a:p>
                      <a:pPr marL="0" indent="0" algn="ctr">
                        <a:buNone/>
                      </a:pPr>
                      <a:r>
                        <a:rPr lang="en-US" sz="1800">
                          <a:solidFill>
                            <a:srgbClr val="000000"/>
                          </a:solidFill>
                          <a:latin typeface="Montserrat" panose="00000500000000000000" charset="0"/>
                          <a:cs typeface="Montserrat" panose="00000500000000000000" charset="0"/>
                        </a:rPr>
                        <a:t>$1,644,365</a:t>
                      </a:r>
                      <a:endParaRPr lang="en-US" sz="1800">
                        <a:solidFill>
                          <a:srgbClr val="000000"/>
                        </a:solidFill>
                        <a:latin typeface="Montserrat" panose="00000500000000000000" charset="0"/>
                        <a:cs typeface="Montserrat" panose="00000500000000000000" charset="0"/>
                      </a:endParaRPr>
                    </a:p>
                  </a:txBody>
                  <a:tcPr anchor="ctr">
                    <a:lnL w="6350" cap="flat" cmpd="sng" algn="ctr">
                      <a:solidFill>
                        <a:srgbClr val="D0DFF0"/>
                      </a:solidFill>
                      <a:prstDash val="solid"/>
                      <a:round/>
                      <a:headEnd type="none" w="med" len="med"/>
                      <a:tailEnd type="none" w="med" len="med"/>
                    </a:lnL>
                    <a:lnR w="6350" cap="flat" cmpd="sng" algn="ctr">
                      <a:solidFill>
                        <a:srgbClr val="D0DFF0"/>
                      </a:solidFill>
                      <a:prstDash val="solid"/>
                      <a:round/>
                      <a:headEnd type="none" w="med" len="med"/>
                      <a:tailEnd type="none" w="med" len="med"/>
                    </a:lnR>
                    <a:lnT w="6350" cap="flat" cmpd="sng" algn="ctr">
                      <a:solidFill>
                        <a:srgbClr val="D0DFF0"/>
                      </a:solidFill>
                      <a:prstDash val="solid"/>
                      <a:round/>
                      <a:headEnd type="none" w="med" len="med"/>
                      <a:tailEnd type="none" w="med" len="med"/>
                    </a:lnT>
                    <a:lnB w="6350" cap="flat" cmpd="sng" algn="ctr">
                      <a:solidFill>
                        <a:srgbClr val="D0DFF0"/>
                      </a:solidFill>
                      <a:prstDash val="solid"/>
                      <a:round/>
                      <a:headEnd type="none" w="med" len="med"/>
                      <a:tailEnd type="none" w="med" len="med"/>
                    </a:lnB>
                  </a:tcPr>
                </a:tc>
              </a:tr>
            </a:tbl>
          </a:graphicData>
        </a:graphic>
      </p:graphicFrame>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44" name="Shape 144"/>
        <p:cNvGrpSpPr/>
        <p:nvPr/>
      </p:nvGrpSpPr>
      <p:grpSpPr>
        <a:xfrm>
          <a:off x="0" y="0"/>
          <a:ext cx="0" cy="0"/>
          <a:chOff x="0" y="0"/>
          <a:chExt cx="0" cy="0"/>
        </a:xfrm>
      </p:grpSpPr>
      <p:sp>
        <p:nvSpPr>
          <p:cNvPr id="145" name="Google Shape;145;p21"/>
          <p:cNvSpPr txBox="1"/>
          <p:nvPr>
            <p:ph type="sldNum" idx="12"/>
          </p:nvPr>
        </p:nvSpPr>
        <p:spPr>
          <a:xfrm>
            <a:off x="11296611" y="6014423"/>
            <a:ext cx="731700" cy="524700"/>
          </a:xfrm>
          <a:prstGeom prst="rect">
            <a:avLst/>
          </a:prstGeom>
          <a:no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panose="020B0604020202020204"/>
              <a:buNone/>
            </a:pPr>
            <a:fld id="{00000000-1234-1234-1234-123412341234}" type="slidenum">
              <a:rPr lang="en-US"/>
            </a:fld>
            <a:endParaRPr lang="en-US"/>
          </a:p>
        </p:txBody>
      </p:sp>
      <p:sp>
        <p:nvSpPr>
          <p:cNvPr id="146" name="Google Shape;146;p21"/>
          <p:cNvSpPr txBox="1"/>
          <p:nvPr/>
        </p:nvSpPr>
        <p:spPr>
          <a:xfrm>
            <a:off x="111760" y="581660"/>
            <a:ext cx="11831955" cy="905510"/>
          </a:xfrm>
          <a:prstGeom prst="rect">
            <a:avLst/>
          </a:prstGeom>
          <a:noFill/>
          <a:ln>
            <a:noFill/>
          </a:ln>
        </p:spPr>
        <p:txBody>
          <a:bodyPr spcFirstLastPara="1" wrap="square" lIns="91425" tIns="91425" rIns="91425" bIns="91425" anchor="t" anchorCtr="0">
            <a:noAutofit/>
          </a:bodyPr>
          <a:lstStyle/>
          <a:p>
            <a:pPr marL="0" marR="0" lvl="0" indent="0" algn="l" rtl="0">
              <a:lnSpc>
                <a:spcPct val="100000"/>
              </a:lnSpc>
              <a:spcBef>
                <a:spcPts val="0"/>
              </a:spcBef>
              <a:spcAft>
                <a:spcPts val="0"/>
              </a:spcAft>
              <a:buClr>
                <a:srgbClr val="000000"/>
              </a:buClr>
              <a:buSzPts val="3500"/>
              <a:buFont typeface="Arial" panose="020B0604020202020204"/>
              <a:buNone/>
            </a:pPr>
            <a:r>
              <a:rPr lang="en-US" sz="3500" b="1" i="0" u="none" strike="noStrike" cap="none">
                <a:solidFill>
                  <a:schemeClr val="dk1"/>
                </a:solidFill>
                <a:latin typeface="Montserrat" panose="00000500000000000000" charset="0"/>
                <a:ea typeface="Arial" panose="020B0604020202020204"/>
                <a:cs typeface="Montserrat" panose="00000500000000000000" charset="0"/>
                <a:sym typeface="Arial" panose="020B0604020202020204"/>
              </a:rPr>
              <a:t>Visual Insights </a:t>
            </a:r>
            <a:r>
              <a:rPr lang="en-US" sz="3500" b="1">
                <a:solidFill>
                  <a:schemeClr val="dk1"/>
                </a:solidFill>
                <a:latin typeface="Montserrat" panose="00000500000000000000" charset="0"/>
                <a:cs typeface="Montserrat" panose="00000500000000000000" charset="0"/>
                <a:sym typeface="+mn-ea"/>
              </a:rPr>
              <a:t>— Feature Correlation Heatmap</a:t>
            </a:r>
            <a:endParaRPr lang="en-US" sz="3500">
              <a:solidFill>
                <a:schemeClr val="dk1"/>
              </a:solidFill>
            </a:endParaRPr>
          </a:p>
          <a:p>
            <a:pPr marL="0" marR="0" lvl="0" indent="0" algn="l" rtl="0">
              <a:lnSpc>
                <a:spcPct val="100000"/>
              </a:lnSpc>
              <a:spcBef>
                <a:spcPts val="0"/>
              </a:spcBef>
              <a:spcAft>
                <a:spcPts val="0"/>
              </a:spcAft>
              <a:buClr>
                <a:srgbClr val="000000"/>
              </a:buClr>
              <a:buSzPts val="3500"/>
              <a:buFont typeface="Arial" panose="020B0604020202020204"/>
              <a:buNone/>
            </a:pPr>
            <a:endParaRPr lang="en-US" sz="3500" b="0" i="0" u="none" strike="noStrike" cap="none">
              <a:solidFill>
                <a:schemeClr val="dk1"/>
              </a:solidFill>
              <a:latin typeface="Arial" panose="020B0604020202020204"/>
              <a:ea typeface="Arial" panose="020B0604020202020204"/>
              <a:cs typeface="Arial" panose="020B0604020202020204"/>
              <a:sym typeface="Arial" panose="020B0604020202020204"/>
            </a:endParaRPr>
          </a:p>
        </p:txBody>
      </p:sp>
      <p:sp>
        <p:nvSpPr>
          <p:cNvPr id="4" name="Text 6"/>
          <p:cNvSpPr/>
          <p:nvPr/>
        </p:nvSpPr>
        <p:spPr>
          <a:xfrm>
            <a:off x="7031990" y="1285875"/>
            <a:ext cx="5127625" cy="3260725"/>
          </a:xfrm>
          <a:prstGeom prst="rect">
            <a:avLst/>
          </a:prstGeom>
          <a:noFill/>
        </p:spPr>
        <p:txBody>
          <a:bodyPr wrap="square" rtlCol="0" anchor="ctr"/>
          <a:lstStyle/>
          <a:p>
            <a:pPr marL="342900" indent="-342900">
              <a:spcAft>
                <a:spcPts val="400"/>
              </a:spcAft>
              <a:buSzPct val="100000"/>
              <a:buChar char="•"/>
            </a:pPr>
            <a:r>
              <a:rPr lang="en-US" sz="1800">
                <a:latin typeface="Montserrat" panose="00000500000000000000" charset="0"/>
                <a:cs typeface="Montserrat" panose="00000500000000000000" charset="0"/>
              </a:rPr>
              <a:t>amount has the strongest positive correlation with isFraud (0.056)</a:t>
            </a:r>
            <a:endParaRPr lang="en-US" sz="1800">
              <a:latin typeface="Montserrat" panose="00000500000000000000" charset="0"/>
              <a:cs typeface="Montserrat" panose="00000500000000000000" charset="0"/>
            </a:endParaRPr>
          </a:p>
          <a:p>
            <a:pPr marL="342900" indent="-342900">
              <a:spcAft>
                <a:spcPts val="400"/>
              </a:spcAft>
              <a:buSzPct val="100000"/>
              <a:buChar char="•"/>
            </a:pPr>
            <a:r>
              <a:rPr lang="en-US" sz="1800">
                <a:latin typeface="Montserrat" panose="00000500000000000000" charset="0"/>
                <a:cs typeface="Montserrat" panose="00000500000000000000" charset="0"/>
              </a:rPr>
              <a:t>oldbalanceOrg &amp; newbalanceOrig show negative correlations</a:t>
            </a:r>
            <a:endParaRPr lang="en-US" sz="1800">
              <a:latin typeface="Montserrat" panose="00000500000000000000" charset="0"/>
              <a:cs typeface="Montserrat" panose="00000500000000000000" charset="0"/>
            </a:endParaRPr>
          </a:p>
          <a:p>
            <a:pPr marL="342900" indent="-342900">
              <a:spcAft>
                <a:spcPts val="400"/>
              </a:spcAft>
              <a:buSzPct val="100000"/>
              <a:buChar char="•"/>
            </a:pPr>
            <a:r>
              <a:rPr lang="en-US" sz="1800">
                <a:latin typeface="Montserrat" panose="00000500000000000000" charset="0"/>
                <a:cs typeface="Montserrat" panose="00000500000000000000" charset="0"/>
              </a:rPr>
              <a:t>step has a small negative correlation with fraud</a:t>
            </a:r>
            <a:endParaRPr lang="en-US" sz="1800">
              <a:latin typeface="Montserrat" panose="00000500000000000000" charset="0"/>
              <a:cs typeface="Montserrat" panose="00000500000000000000" charset="0"/>
            </a:endParaRPr>
          </a:p>
          <a:p>
            <a:pPr marL="342900" indent="-342900">
              <a:spcAft>
                <a:spcPts val="400"/>
              </a:spcAft>
              <a:buSzPct val="100000"/>
              <a:buChar char="•"/>
            </a:pPr>
            <a:r>
              <a:rPr lang="en-US" sz="1800">
                <a:latin typeface="Montserrat" panose="00000500000000000000" charset="0"/>
                <a:cs typeface="Montserrat" panose="00000500000000000000" charset="0"/>
              </a:rPr>
              <a:t>oldbalanceDest and newbalanceDest have near-zero correlation</a:t>
            </a:r>
            <a:endParaRPr lang="en-US" sz="1800">
              <a:latin typeface="Montserrat" panose="00000500000000000000" charset="0"/>
              <a:cs typeface="Montserrat" panose="00000500000000000000" charset="0"/>
            </a:endParaRPr>
          </a:p>
          <a:p>
            <a:pPr marL="342900" indent="-342900">
              <a:spcAft>
                <a:spcPts val="400"/>
              </a:spcAft>
              <a:buSzPct val="100000"/>
              <a:buChar char="•"/>
            </a:pPr>
            <a:r>
              <a:rPr lang="en-US" sz="1800">
                <a:latin typeface="Montserrat" panose="00000500000000000000" charset="0"/>
                <a:cs typeface="Montserrat" panose="00000500000000000000" charset="0"/>
              </a:rPr>
              <a:t>No single feature is highly correlated — ML combination needed</a:t>
            </a:r>
            <a:endParaRPr lang="en-US" sz="1800">
              <a:latin typeface="Montserrat" panose="00000500000000000000" charset="0"/>
              <a:cs typeface="Montserrat" panose="00000500000000000000" charset="0"/>
            </a:endParaRPr>
          </a:p>
        </p:txBody>
      </p:sp>
      <p:sp>
        <p:nvSpPr>
          <p:cNvPr id="12" name="Text 9"/>
          <p:cNvSpPr/>
          <p:nvPr/>
        </p:nvSpPr>
        <p:spPr>
          <a:xfrm>
            <a:off x="7103745" y="4653280"/>
            <a:ext cx="3356610" cy="342265"/>
          </a:xfrm>
          <a:prstGeom prst="rect">
            <a:avLst/>
          </a:prstGeom>
          <a:noFill/>
        </p:spPr>
        <p:txBody>
          <a:bodyPr wrap="square" lIns="0" tIns="0" rIns="0" bIns="0" rtlCol="0" anchor="ctr"/>
          <a:lstStyle/>
          <a:p>
            <a:pPr marL="0" indent="0">
              <a:buNone/>
            </a:pPr>
            <a:r>
              <a:rPr lang="en-US" sz="1800" b="1">
                <a:latin typeface="Montserrat" panose="00000500000000000000" charset="0"/>
                <a:cs typeface="Montserrat" panose="00000500000000000000" charset="0"/>
              </a:rPr>
              <a:t>Why Correlation Matters</a:t>
            </a:r>
            <a:endParaRPr lang="en-US" sz="1800" b="1">
              <a:latin typeface="Montserrat" panose="00000500000000000000" charset="0"/>
              <a:cs typeface="Montserrat" panose="00000500000000000000" charset="0"/>
            </a:endParaRPr>
          </a:p>
        </p:txBody>
      </p:sp>
      <p:sp>
        <p:nvSpPr>
          <p:cNvPr id="13" name="Text 10"/>
          <p:cNvSpPr/>
          <p:nvPr/>
        </p:nvSpPr>
        <p:spPr>
          <a:xfrm>
            <a:off x="7103745" y="5157470"/>
            <a:ext cx="4839970" cy="1606550"/>
          </a:xfrm>
          <a:prstGeom prst="rect">
            <a:avLst/>
          </a:prstGeom>
          <a:noFill/>
        </p:spPr>
        <p:txBody>
          <a:bodyPr wrap="square" lIns="0" tIns="0" rIns="0" bIns="0" rtlCol="0" anchor="ctr"/>
          <a:lstStyle/>
          <a:p>
            <a:pPr marL="0" indent="0" algn="l">
              <a:spcAft>
                <a:spcPts val="400"/>
              </a:spcAft>
              <a:buSzTx/>
              <a:buNone/>
            </a:pPr>
            <a:r>
              <a:rPr lang="en-US" sz="1800">
                <a:latin typeface="Montserrat" panose="00000500000000000000" charset="0"/>
                <a:cs typeface="Montserrat" panose="00000500000000000000" charset="0"/>
              </a:rPr>
              <a:t>Low individual correlations mean fraud cannot be detected by simple rules. The combination of amount, balance changes and transaction type together forms a strong fraud signal — ideal for ensemble ML models like Random Forest.</a:t>
            </a:r>
            <a:endParaRPr lang="en-US" sz="1800">
              <a:latin typeface="Montserrat" panose="00000500000000000000" charset="0"/>
              <a:cs typeface="Montserrat" panose="00000500000000000000" charset="0"/>
            </a:endParaRPr>
          </a:p>
        </p:txBody>
      </p:sp>
      <p:pic>
        <p:nvPicPr>
          <p:cNvPr id="14" name="Picture 13" descr="visual_insights"/>
          <p:cNvPicPr>
            <a:picLocks noChangeAspect="1"/>
          </p:cNvPicPr>
          <p:nvPr/>
        </p:nvPicPr>
        <p:blipFill>
          <a:blip r:embed="rId1"/>
          <a:stretch>
            <a:fillRect/>
          </a:stretch>
        </p:blipFill>
        <p:spPr>
          <a:xfrm>
            <a:off x="0" y="1286510"/>
            <a:ext cx="6880860" cy="5572125"/>
          </a:xfrm>
          <a:prstGeom prst="rect">
            <a:avLst/>
          </a:prstGeom>
        </p:spPr>
      </p:pic>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52" name="Shape 152"/>
        <p:cNvGrpSpPr/>
        <p:nvPr/>
      </p:nvGrpSpPr>
      <p:grpSpPr>
        <a:xfrm>
          <a:off x="0" y="0"/>
          <a:ext cx="0" cy="0"/>
          <a:chOff x="0" y="0"/>
          <a:chExt cx="0" cy="0"/>
        </a:xfrm>
      </p:grpSpPr>
      <p:sp>
        <p:nvSpPr>
          <p:cNvPr id="153" name="Google Shape;153;p22"/>
          <p:cNvSpPr/>
          <p:nvPr/>
        </p:nvSpPr>
        <p:spPr>
          <a:xfrm>
            <a:off x="128270" y="1269365"/>
            <a:ext cx="4817745" cy="2922270"/>
          </a:xfrm>
          <a:prstGeom prst="rect">
            <a:avLst/>
          </a:prstGeom>
          <a:noFill/>
          <a:ln>
            <a:noFill/>
          </a:ln>
        </p:spPr>
        <p:txBody>
          <a:bodyPr spcFirstLastPara="1" wrap="square" lIns="91425" tIns="45700" rIns="91425" bIns="45700" anchor="t" anchorCtr="0">
            <a:noAutofit/>
          </a:bodyPr>
          <a:lstStyle/>
          <a:p>
            <a:pPr marL="0" marR="0" lvl="0" indent="0" algn="l" rtl="0">
              <a:lnSpc>
                <a:spcPct val="100000"/>
              </a:lnSpc>
              <a:spcBef>
                <a:spcPts val="0"/>
              </a:spcBef>
              <a:spcAft>
                <a:spcPts val="0"/>
              </a:spcAft>
              <a:buClr>
                <a:srgbClr val="000000"/>
              </a:buClr>
              <a:buSzPts val="1333"/>
              <a:buFont typeface="Arial" panose="020B0604020202020204"/>
              <a:buNone/>
            </a:pPr>
            <a:endParaRPr>
              <a:solidFill>
                <a:schemeClr val="dk1"/>
              </a:solidFill>
            </a:endParaRPr>
          </a:p>
          <a:p>
            <a:pPr marL="342900" indent="-342900">
              <a:spcAft>
                <a:spcPts val="400"/>
              </a:spcAft>
              <a:buSzPct val="100000"/>
              <a:buChar char="•"/>
            </a:pPr>
            <a:r>
              <a:rPr lang="en-US" dirty="0">
                <a:solidFill>
                  <a:schemeClr val="tx1"/>
                </a:solidFill>
                <a:latin typeface="Montserrat" panose="00000500000000000000" charset="0"/>
                <a:ea typeface="Calibri" panose="020F0502020204030204" pitchFamily="34" charset="-122"/>
                <a:cs typeface="Montserrat" panose="00000500000000000000" charset="0"/>
                <a:sym typeface="+mn-ea"/>
              </a:rPr>
              <a:t>Encodes 'type' column (LabelEncoder)</a:t>
            </a:r>
            <a:endParaRPr lang="en-US" dirty="0">
              <a:solidFill>
                <a:schemeClr val="tx1"/>
              </a:solidFill>
              <a:latin typeface="Montserrat" panose="00000500000000000000" charset="0"/>
              <a:cs typeface="Montserrat" panose="00000500000000000000" charset="0"/>
            </a:endParaRPr>
          </a:p>
          <a:p>
            <a:pPr marL="342900" indent="-342900">
              <a:spcAft>
                <a:spcPts val="400"/>
              </a:spcAft>
              <a:buSzPct val="100000"/>
              <a:buChar char="•"/>
            </a:pPr>
            <a:r>
              <a:rPr lang="en-US" dirty="0">
                <a:solidFill>
                  <a:schemeClr val="tx1"/>
                </a:solidFill>
                <a:latin typeface="Montserrat" panose="00000500000000000000" charset="0"/>
                <a:ea typeface="Calibri" panose="020F0502020204030204" pitchFamily="34" charset="-122"/>
                <a:cs typeface="Montserrat" panose="00000500000000000000" charset="0"/>
                <a:sym typeface="+mn-ea"/>
              </a:rPr>
              <a:t>Drops non-numeric ID columns (nameOrig, nameDest)</a:t>
            </a:r>
            <a:endParaRPr lang="en-US" dirty="0">
              <a:solidFill>
                <a:schemeClr val="tx1"/>
              </a:solidFill>
              <a:latin typeface="Montserrat" panose="00000500000000000000" charset="0"/>
              <a:cs typeface="Montserrat" panose="00000500000000000000" charset="0"/>
            </a:endParaRPr>
          </a:p>
          <a:p>
            <a:pPr marL="342900" indent="-342900">
              <a:spcAft>
                <a:spcPts val="400"/>
              </a:spcAft>
              <a:buSzPct val="100000"/>
              <a:buChar char="•"/>
            </a:pPr>
            <a:r>
              <a:rPr lang="en-US" dirty="0">
                <a:solidFill>
                  <a:schemeClr val="tx1"/>
                </a:solidFill>
                <a:latin typeface="Montserrat" panose="00000500000000000000" charset="0"/>
                <a:ea typeface="Calibri" panose="020F0502020204030204" pitchFamily="34" charset="-122"/>
                <a:cs typeface="Montserrat" panose="00000500000000000000" charset="0"/>
                <a:sym typeface="+mn-ea"/>
              </a:rPr>
              <a:t>Scales Amount &amp; balance features with StandardScaler</a:t>
            </a:r>
            <a:endParaRPr lang="en-US" dirty="0">
              <a:solidFill>
                <a:schemeClr val="tx1"/>
              </a:solidFill>
              <a:latin typeface="Montserrat" panose="00000500000000000000" charset="0"/>
              <a:cs typeface="Montserrat" panose="00000500000000000000" charset="0"/>
            </a:endParaRPr>
          </a:p>
          <a:p>
            <a:pPr marL="342900" indent="-342900">
              <a:spcAft>
                <a:spcPts val="400"/>
              </a:spcAft>
              <a:buSzPct val="100000"/>
              <a:buChar char="•"/>
            </a:pPr>
            <a:r>
              <a:rPr lang="en-US" dirty="0">
                <a:solidFill>
                  <a:schemeClr val="tx1"/>
                </a:solidFill>
                <a:latin typeface="Montserrat" panose="00000500000000000000" charset="0"/>
                <a:ea typeface="Calibri" panose="020F0502020204030204" pitchFamily="34" charset="-122"/>
                <a:cs typeface="Montserrat" panose="00000500000000000000" charset="0"/>
                <a:sym typeface="+mn-ea"/>
              </a:rPr>
              <a:t>Applies SMOTE(</a:t>
            </a:r>
            <a:r>
              <a:rPr lang="en-US" altLang="en-US" dirty="0">
                <a:solidFill>
                  <a:schemeClr val="tx1"/>
                </a:solidFill>
                <a:latin typeface="Montserrat" panose="00000500000000000000" charset="0"/>
                <a:ea typeface="Calibri" panose="020F0502020204030204" pitchFamily="34" charset="-122"/>
                <a:cs typeface="Montserrat" panose="00000500000000000000" charset="0"/>
                <a:sym typeface="+mn-ea"/>
              </a:rPr>
              <a:t>Synthetic Minority Over-sampling Technique.</a:t>
            </a:r>
            <a:r>
              <a:rPr lang="en-US" dirty="0">
                <a:solidFill>
                  <a:schemeClr val="tx1"/>
                </a:solidFill>
                <a:latin typeface="Montserrat" panose="00000500000000000000" charset="0"/>
                <a:ea typeface="Calibri" panose="020F0502020204030204" pitchFamily="34" charset="-122"/>
                <a:cs typeface="Montserrat" panose="00000500000000000000" charset="0"/>
                <a:sym typeface="+mn-ea"/>
              </a:rPr>
              <a:t>) to balance the 0.194% fraud minority class</a:t>
            </a:r>
            <a:endParaRPr lang="en-US" dirty="0">
              <a:solidFill>
                <a:schemeClr val="tx1"/>
              </a:solidFill>
              <a:latin typeface="Montserrat" panose="00000500000000000000" charset="0"/>
              <a:cs typeface="Montserrat" panose="00000500000000000000" charset="0"/>
            </a:endParaRPr>
          </a:p>
          <a:p>
            <a:pPr marL="342900" indent="-342900">
              <a:spcAft>
                <a:spcPts val="400"/>
              </a:spcAft>
              <a:buSzPct val="100000"/>
              <a:buChar char="•"/>
            </a:pPr>
            <a:r>
              <a:rPr lang="en-US" dirty="0">
                <a:solidFill>
                  <a:schemeClr val="tx1"/>
                </a:solidFill>
                <a:latin typeface="Montserrat" panose="00000500000000000000" charset="0"/>
                <a:ea typeface="Calibri" panose="020F0502020204030204" pitchFamily="34" charset="-122"/>
                <a:cs typeface="Montserrat" panose="00000500000000000000" charset="0"/>
                <a:sym typeface="+mn-ea"/>
              </a:rPr>
              <a:t>Stratified 80/20 train-test split preserving fraud ratio</a:t>
            </a:r>
            <a:endParaRPr lang="en-US" dirty="0">
              <a:solidFill>
                <a:schemeClr val="tx1"/>
              </a:solidFill>
              <a:latin typeface="Arial" panose="020B0604020202020204" pitchFamily="34" charset="0"/>
              <a:cs typeface="Arial" panose="020B0604020202020204" pitchFamily="34" charset="0"/>
            </a:endParaRPr>
          </a:p>
          <a:p>
            <a:pPr marL="0" marR="0" lvl="0" indent="0" algn="l" rtl="0">
              <a:lnSpc>
                <a:spcPct val="100000"/>
              </a:lnSpc>
              <a:spcBef>
                <a:spcPts val="0"/>
              </a:spcBef>
              <a:spcAft>
                <a:spcPts val="0"/>
              </a:spcAft>
              <a:buClr>
                <a:srgbClr val="000000"/>
              </a:buClr>
              <a:buSzPts val="1333"/>
              <a:buFont typeface="Arial" panose="020B0604020202020204"/>
              <a:buNone/>
            </a:pPr>
            <a:endParaRPr sz="1900">
              <a:solidFill>
                <a:schemeClr val="dk1"/>
              </a:solidFill>
            </a:endParaRPr>
          </a:p>
          <a:p>
            <a:pPr marL="0" marR="0" lvl="0" indent="0" algn="l" rtl="0">
              <a:lnSpc>
                <a:spcPct val="100000"/>
              </a:lnSpc>
              <a:spcBef>
                <a:spcPts val="0"/>
              </a:spcBef>
              <a:spcAft>
                <a:spcPts val="0"/>
              </a:spcAft>
              <a:buClr>
                <a:srgbClr val="000000"/>
              </a:buClr>
              <a:buSzPts val="1333"/>
              <a:buFont typeface="Arial" panose="020B0604020202020204"/>
              <a:buNone/>
            </a:pPr>
            <a:endParaRPr lang="en-US" sz="1900" i="0" u="none" strike="noStrike" cap="none" dirty="0">
              <a:solidFill>
                <a:srgbClr val="0D3B6E"/>
              </a:solidFill>
              <a:latin typeface="Calibri" panose="020F0502020204030204" pitchFamily="34" charset="0"/>
              <a:ea typeface="Calibri" panose="020F0502020204030204" pitchFamily="34" charset="-122"/>
              <a:cs typeface="Calibri" panose="020F0502020204030204" pitchFamily="34" charset="-120"/>
            </a:endParaRPr>
          </a:p>
          <a:p>
            <a:pPr marL="0" marR="0" lvl="0" indent="0" algn="l" rtl="0">
              <a:lnSpc>
                <a:spcPct val="100000"/>
              </a:lnSpc>
              <a:spcBef>
                <a:spcPts val="0"/>
              </a:spcBef>
              <a:spcAft>
                <a:spcPts val="0"/>
              </a:spcAft>
              <a:buClr>
                <a:srgbClr val="000000"/>
              </a:buClr>
              <a:buSzPts val="1333"/>
              <a:buFont typeface="Arial" panose="020B0604020202020204"/>
              <a:buNone/>
            </a:pPr>
            <a:endParaRPr sz="1900" i="0" u="none" strike="noStrike" cap="none">
              <a:solidFill>
                <a:schemeClr val="dk1"/>
              </a:solidFill>
            </a:endParaRPr>
          </a:p>
          <a:p>
            <a:pPr marL="0" marR="0" lvl="0" indent="0" algn="l" rtl="0">
              <a:lnSpc>
                <a:spcPct val="100000"/>
              </a:lnSpc>
              <a:spcBef>
                <a:spcPts val="0"/>
              </a:spcBef>
              <a:spcAft>
                <a:spcPts val="0"/>
              </a:spcAft>
              <a:buClr>
                <a:srgbClr val="000000"/>
              </a:buClr>
              <a:buSzPts val="1333"/>
              <a:buFont typeface="Arial" panose="020B0604020202020204"/>
              <a:buNone/>
            </a:pPr>
            <a:endParaRPr sz="1900" i="0" u="none" strike="noStrike" cap="none">
              <a:solidFill>
                <a:schemeClr val="dk1"/>
              </a:solidFill>
            </a:endParaRPr>
          </a:p>
          <a:p>
            <a:pPr marL="0" marR="0" lvl="0" indent="0" algn="l" rtl="0">
              <a:lnSpc>
                <a:spcPct val="100000"/>
              </a:lnSpc>
              <a:spcBef>
                <a:spcPts val="0"/>
              </a:spcBef>
              <a:spcAft>
                <a:spcPts val="0"/>
              </a:spcAft>
              <a:buClr>
                <a:srgbClr val="000000"/>
              </a:buClr>
              <a:buSzPts val="1333"/>
              <a:buFont typeface="Arial" panose="020B0604020202020204"/>
              <a:buNone/>
            </a:pPr>
            <a:endParaRPr sz="1900" b="1" i="0" u="sng" strike="noStrike" cap="none">
              <a:solidFill>
                <a:schemeClr val="dk1"/>
              </a:solidFill>
            </a:endParaRPr>
          </a:p>
          <a:p>
            <a:pPr marL="0" marR="0" lvl="0" indent="0" algn="l" rtl="0">
              <a:lnSpc>
                <a:spcPct val="100000"/>
              </a:lnSpc>
              <a:spcBef>
                <a:spcPts val="0"/>
              </a:spcBef>
              <a:spcAft>
                <a:spcPts val="0"/>
              </a:spcAft>
              <a:buClr>
                <a:srgbClr val="000000"/>
              </a:buClr>
              <a:buSzPts val="2400"/>
              <a:buFont typeface="Arial" panose="020B0604020202020204"/>
              <a:buNone/>
            </a:pPr>
            <a:endParaRPr sz="1900" i="0" u="none" strike="noStrike" cap="none">
              <a:solidFill>
                <a:schemeClr val="dk1"/>
              </a:solidFill>
            </a:endParaRPr>
          </a:p>
        </p:txBody>
      </p:sp>
      <p:sp>
        <p:nvSpPr>
          <p:cNvPr id="154" name="Google Shape;154;p22"/>
          <p:cNvSpPr txBox="1"/>
          <p:nvPr/>
        </p:nvSpPr>
        <p:spPr>
          <a:xfrm>
            <a:off x="263818" y="621170"/>
            <a:ext cx="9247200" cy="781050"/>
          </a:xfrm>
          <a:prstGeom prst="rect">
            <a:avLst/>
          </a:prstGeom>
          <a:noFill/>
          <a:ln>
            <a:noFill/>
          </a:ln>
        </p:spPr>
        <p:txBody>
          <a:bodyPr spcFirstLastPara="1" wrap="square" lIns="121900" tIns="121900" rIns="121900" bIns="121900" anchor="t" anchorCtr="0">
            <a:spAutoFit/>
          </a:bodyPr>
          <a:lstStyle/>
          <a:p>
            <a:pPr marL="0" marR="0" lvl="0" indent="0" algn="l" rtl="0">
              <a:lnSpc>
                <a:spcPct val="100000"/>
              </a:lnSpc>
              <a:spcBef>
                <a:spcPts val="0"/>
              </a:spcBef>
              <a:spcAft>
                <a:spcPts val="0"/>
              </a:spcAft>
              <a:buClr>
                <a:srgbClr val="000000"/>
              </a:buClr>
              <a:buSzPts val="3500"/>
              <a:buFont typeface="Arial" panose="020B0604020202020204"/>
              <a:buNone/>
            </a:pPr>
            <a:r>
              <a:rPr lang="en-US" sz="3500" b="1" i="0" u="none" strike="noStrike" cap="none">
                <a:solidFill>
                  <a:srgbClr val="000000"/>
                </a:solidFill>
                <a:latin typeface="Montserrat" panose="00000500000000000000" charset="0"/>
                <a:ea typeface="Arial" panose="020B0604020202020204"/>
                <a:cs typeface="Montserrat" panose="00000500000000000000" charset="0"/>
                <a:sym typeface="Arial" panose="020B0604020202020204"/>
              </a:rPr>
              <a:t>Data Preprocessing</a:t>
            </a:r>
            <a:endParaRPr sz="3500" b="1" i="0" u="none" strike="noStrike" cap="none">
              <a:solidFill>
                <a:srgbClr val="000000"/>
              </a:solidFill>
              <a:latin typeface="Montserrat" panose="00000500000000000000" charset="0"/>
              <a:ea typeface="Arial" panose="020B0604020202020204"/>
              <a:cs typeface="Montserrat" panose="00000500000000000000" charset="0"/>
              <a:sym typeface="Arial" panose="020B0604020202020204"/>
            </a:endParaRPr>
          </a:p>
        </p:txBody>
      </p:sp>
      <p:sp>
        <p:nvSpPr>
          <p:cNvPr id="155" name="Google Shape;155;p22"/>
          <p:cNvSpPr txBox="1"/>
          <p:nvPr>
            <p:ph type="sldNum" idx="12"/>
          </p:nvPr>
        </p:nvSpPr>
        <p:spPr>
          <a:xfrm>
            <a:off x="11296611" y="6014423"/>
            <a:ext cx="731600" cy="524800"/>
          </a:xfrm>
          <a:prstGeom prst="rect">
            <a:avLst/>
          </a:prstGeom>
          <a:no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panose="020B0604020202020204"/>
              <a:buNone/>
            </a:pPr>
            <a:fld id="{00000000-1234-1234-1234-123412341234}" type="slidenum">
              <a:rPr lang="en-US"/>
            </a:fld>
            <a:endParaRPr lang="en-US"/>
          </a:p>
        </p:txBody>
      </p:sp>
      <p:sp>
        <p:nvSpPr>
          <p:cNvPr id="11" name="Text 9"/>
          <p:cNvSpPr/>
          <p:nvPr/>
        </p:nvSpPr>
        <p:spPr>
          <a:xfrm>
            <a:off x="263525" y="4149090"/>
            <a:ext cx="4441825" cy="274320"/>
          </a:xfrm>
          <a:prstGeom prst="rect">
            <a:avLst/>
          </a:prstGeom>
          <a:noFill/>
        </p:spPr>
        <p:txBody>
          <a:bodyPr wrap="square" lIns="0" tIns="0" rIns="0" bIns="0" rtlCol="0" anchor="ctr"/>
          <a:lstStyle/>
          <a:p>
            <a:pPr marL="0" indent="0">
              <a:buNone/>
            </a:pPr>
            <a:r>
              <a:rPr lang="en-US" sz="1800" b="1" dirty="0">
                <a:solidFill>
                  <a:schemeClr val="tx1"/>
                </a:solidFill>
                <a:latin typeface="Montserrat" panose="00000500000000000000" charset="0"/>
                <a:ea typeface="Calibri" panose="020F0502020204030204" pitchFamily="34" charset="-122"/>
                <a:cs typeface="Montserrat" panose="00000500000000000000" charset="0"/>
              </a:rPr>
              <a:t>Why SMOTE?</a:t>
            </a:r>
            <a:endParaRPr lang="en-US" sz="1800" b="1" dirty="0">
              <a:solidFill>
                <a:schemeClr val="tx1"/>
              </a:solidFill>
              <a:latin typeface="Montserrat" panose="00000500000000000000" charset="0"/>
              <a:ea typeface="Calibri" panose="020F0502020204030204" pitchFamily="34" charset="-122"/>
              <a:cs typeface="Montserrat" panose="00000500000000000000" charset="0"/>
            </a:endParaRPr>
          </a:p>
        </p:txBody>
      </p:sp>
      <p:sp>
        <p:nvSpPr>
          <p:cNvPr id="2" name="Text Box 1"/>
          <p:cNvSpPr txBox="1"/>
          <p:nvPr/>
        </p:nvSpPr>
        <p:spPr>
          <a:xfrm>
            <a:off x="4831080" y="404495"/>
            <a:ext cx="3785235" cy="6612255"/>
          </a:xfrm>
          <a:prstGeom prst="rect">
            <a:avLst/>
          </a:prstGeom>
          <a:noFill/>
        </p:spPr>
        <p:txBody>
          <a:bodyPr wrap="square" rtlCol="0" anchor="t">
            <a:noAutofit/>
          </a:bodyPr>
          <a:p>
            <a:pPr marL="0" indent="0">
              <a:buNone/>
            </a:pPr>
            <a:r>
              <a:rPr lang="en-US" sz="1400" dirty="0">
                <a:solidFill>
                  <a:schemeClr val="tx1"/>
                </a:solidFill>
                <a:latin typeface="Montserrat" panose="00000500000000000000" charset="0"/>
                <a:ea typeface="Calibri" panose="020F0502020204030204" pitchFamily="34" charset="-122"/>
                <a:cs typeface="Montserrat" panose="00000500000000000000" charset="0"/>
                <a:sym typeface="+mn-ea"/>
              </a:rPr>
              <a:t>import pandas as pd</a:t>
            </a:r>
            <a:endParaRPr lang="en-US" sz="1400" dirty="0">
              <a:solidFill>
                <a:schemeClr val="tx1"/>
              </a:solidFill>
              <a:latin typeface="Montserrat" panose="00000500000000000000" charset="0"/>
              <a:ea typeface="Calibri" panose="020F0502020204030204" pitchFamily="34" charset="-122"/>
              <a:cs typeface="Montserrat" panose="00000500000000000000" charset="0"/>
            </a:endParaRPr>
          </a:p>
          <a:p>
            <a:pPr marL="0" indent="0">
              <a:buNone/>
            </a:pPr>
            <a:r>
              <a:rPr lang="en-US" sz="1400" dirty="0">
                <a:solidFill>
                  <a:schemeClr val="tx1"/>
                </a:solidFill>
                <a:latin typeface="Montserrat" panose="00000500000000000000" charset="0"/>
                <a:ea typeface="Calibri" panose="020F0502020204030204" pitchFamily="34" charset="-122"/>
                <a:cs typeface="Montserrat" panose="00000500000000000000" charset="0"/>
                <a:sym typeface="+mn-ea"/>
              </a:rPr>
              <a:t>from sklearn.preprocessing import (</a:t>
            </a:r>
            <a:endParaRPr lang="en-US" sz="1400" dirty="0">
              <a:solidFill>
                <a:schemeClr val="tx1"/>
              </a:solidFill>
              <a:latin typeface="Montserrat" panose="00000500000000000000" charset="0"/>
              <a:ea typeface="Calibri" panose="020F0502020204030204" pitchFamily="34" charset="-122"/>
              <a:cs typeface="Montserrat" panose="00000500000000000000" charset="0"/>
            </a:endParaRPr>
          </a:p>
          <a:p>
            <a:pPr marL="0" indent="0">
              <a:buNone/>
            </a:pPr>
            <a:r>
              <a:rPr lang="en-US" sz="1400" dirty="0">
                <a:solidFill>
                  <a:schemeClr val="tx1"/>
                </a:solidFill>
                <a:latin typeface="Montserrat" panose="00000500000000000000" charset="0"/>
                <a:ea typeface="Calibri" panose="020F0502020204030204" pitchFamily="34" charset="-122"/>
                <a:cs typeface="Montserrat" panose="00000500000000000000" charset="0"/>
                <a:sym typeface="+mn-ea"/>
              </a:rPr>
              <a:t>    LabelEncoder, StandardScaler)</a:t>
            </a:r>
            <a:endParaRPr lang="en-US" sz="1400" dirty="0">
              <a:solidFill>
                <a:schemeClr val="tx1"/>
              </a:solidFill>
              <a:latin typeface="Montserrat" panose="00000500000000000000" charset="0"/>
              <a:ea typeface="Calibri" panose="020F0502020204030204" pitchFamily="34" charset="-122"/>
              <a:cs typeface="Montserrat" panose="00000500000000000000" charset="0"/>
            </a:endParaRPr>
          </a:p>
          <a:p>
            <a:pPr marL="0" indent="0">
              <a:buNone/>
            </a:pPr>
            <a:r>
              <a:rPr lang="en-US" sz="1400" dirty="0">
                <a:solidFill>
                  <a:schemeClr val="tx1"/>
                </a:solidFill>
                <a:latin typeface="Montserrat" panose="00000500000000000000" charset="0"/>
                <a:ea typeface="Calibri" panose="020F0502020204030204" pitchFamily="34" charset="-122"/>
                <a:cs typeface="Montserrat" panose="00000500000000000000" charset="0"/>
                <a:sym typeface="+mn-ea"/>
              </a:rPr>
              <a:t>from sklearn.model_selection import (</a:t>
            </a:r>
            <a:endParaRPr lang="en-US" sz="1400" dirty="0">
              <a:solidFill>
                <a:schemeClr val="tx1"/>
              </a:solidFill>
              <a:latin typeface="Montserrat" panose="00000500000000000000" charset="0"/>
              <a:ea typeface="Calibri" panose="020F0502020204030204" pitchFamily="34" charset="-122"/>
              <a:cs typeface="Montserrat" panose="00000500000000000000" charset="0"/>
            </a:endParaRPr>
          </a:p>
          <a:p>
            <a:pPr marL="0" indent="0">
              <a:buNone/>
            </a:pPr>
            <a:r>
              <a:rPr lang="en-US" sz="1400" dirty="0">
                <a:solidFill>
                  <a:schemeClr val="tx1"/>
                </a:solidFill>
                <a:latin typeface="Montserrat" panose="00000500000000000000" charset="0"/>
                <a:ea typeface="Calibri" panose="020F0502020204030204" pitchFamily="34" charset="-122"/>
                <a:cs typeface="Montserrat" panose="00000500000000000000" charset="0"/>
                <a:sym typeface="+mn-ea"/>
              </a:rPr>
              <a:t>    train_test_split)</a:t>
            </a:r>
            <a:endParaRPr lang="en-US" sz="1400" dirty="0">
              <a:solidFill>
                <a:schemeClr val="tx1"/>
              </a:solidFill>
              <a:latin typeface="Montserrat" panose="00000500000000000000" charset="0"/>
              <a:ea typeface="Calibri" panose="020F0502020204030204" pitchFamily="34" charset="-122"/>
              <a:cs typeface="Montserrat" panose="00000500000000000000" charset="0"/>
            </a:endParaRPr>
          </a:p>
          <a:p>
            <a:pPr marL="0" indent="0">
              <a:buNone/>
            </a:pPr>
            <a:r>
              <a:rPr lang="en-US" sz="1400" dirty="0">
                <a:solidFill>
                  <a:schemeClr val="tx1"/>
                </a:solidFill>
                <a:latin typeface="Montserrat" panose="00000500000000000000" charset="0"/>
                <a:ea typeface="Calibri" panose="020F0502020204030204" pitchFamily="34" charset="-122"/>
                <a:cs typeface="Montserrat" panose="00000500000000000000" charset="0"/>
                <a:sym typeface="+mn-ea"/>
              </a:rPr>
              <a:t>from imblearn.over_sampling import SMOTE</a:t>
            </a:r>
            <a:endParaRPr lang="en-US" sz="1400" dirty="0">
              <a:solidFill>
                <a:schemeClr val="tx1"/>
              </a:solidFill>
              <a:latin typeface="Montserrat" panose="00000500000000000000" charset="0"/>
              <a:ea typeface="Calibri" panose="020F0502020204030204" pitchFamily="34" charset="-122"/>
              <a:cs typeface="Montserrat" panose="00000500000000000000" charset="0"/>
            </a:endParaRPr>
          </a:p>
          <a:p>
            <a:pPr marL="0" indent="0">
              <a:buNone/>
            </a:pPr>
            <a:endParaRPr lang="en-US" sz="1400" dirty="0">
              <a:solidFill>
                <a:schemeClr val="tx1"/>
              </a:solidFill>
              <a:latin typeface="Montserrat" panose="00000500000000000000" charset="0"/>
              <a:ea typeface="Calibri" panose="020F0502020204030204" pitchFamily="34" charset="-122"/>
              <a:cs typeface="Montserrat" panose="00000500000000000000" charset="0"/>
            </a:endParaRPr>
          </a:p>
          <a:p>
            <a:pPr marL="0" algn="l">
              <a:buClrTx/>
              <a:buSzTx/>
              <a:buNone/>
            </a:pPr>
            <a:r>
              <a:rPr lang="en-US" sz="1400" dirty="0">
                <a:solidFill>
                  <a:schemeClr val="tx1"/>
                </a:solidFill>
                <a:latin typeface="Montserrat" panose="00000500000000000000" charset="0"/>
                <a:ea typeface="Calibri" panose="020F0502020204030204" pitchFamily="34" charset="-122"/>
                <a:cs typeface="Montserrat" panose="00000500000000000000" charset="0"/>
                <a:sym typeface="+mn-ea"/>
              </a:rPr>
              <a:t>from google.colab import drive</a:t>
            </a:r>
            <a:endParaRPr lang="en-US" sz="1400" dirty="0">
              <a:solidFill>
                <a:schemeClr val="tx1"/>
              </a:solidFill>
              <a:latin typeface="Montserrat" panose="00000500000000000000" charset="0"/>
              <a:ea typeface="Calibri" panose="020F0502020204030204" pitchFamily="34" charset="-122"/>
              <a:cs typeface="Montserrat" panose="00000500000000000000" charset="0"/>
            </a:endParaRPr>
          </a:p>
          <a:p>
            <a:pPr marL="0" algn="l">
              <a:buClrTx/>
              <a:buSzTx/>
              <a:buNone/>
            </a:pPr>
            <a:r>
              <a:rPr lang="en-US" sz="1400" dirty="0">
                <a:solidFill>
                  <a:schemeClr val="tx1"/>
                </a:solidFill>
                <a:latin typeface="Montserrat" panose="00000500000000000000" charset="0"/>
                <a:ea typeface="Calibri" panose="020F0502020204030204" pitchFamily="34" charset="-122"/>
                <a:cs typeface="Montserrat" panose="00000500000000000000" charset="0"/>
                <a:sym typeface="+mn-ea"/>
              </a:rPr>
              <a:t>drive.mount('/content/drive')</a:t>
            </a:r>
            <a:endParaRPr lang="en-US" sz="1400" dirty="0">
              <a:solidFill>
                <a:schemeClr val="tx1"/>
              </a:solidFill>
              <a:latin typeface="Montserrat" panose="00000500000000000000" charset="0"/>
              <a:ea typeface="Calibri" panose="020F0502020204030204" pitchFamily="34" charset="-122"/>
              <a:cs typeface="Montserrat" panose="00000500000000000000" charset="0"/>
            </a:endParaRPr>
          </a:p>
          <a:p>
            <a:pPr marL="0" algn="l">
              <a:buClrTx/>
              <a:buSzTx/>
              <a:buNone/>
            </a:pPr>
            <a:r>
              <a:rPr lang="en-US" sz="1400" dirty="0">
                <a:solidFill>
                  <a:schemeClr val="tx1"/>
                </a:solidFill>
                <a:latin typeface="Montserrat" panose="00000500000000000000" charset="0"/>
                <a:ea typeface="Calibri" panose="020F0502020204030204" pitchFamily="34" charset="-122"/>
                <a:cs typeface="Montserrat" panose="00000500000000000000" charset="0"/>
                <a:sym typeface="+mn-ea"/>
              </a:rPr>
              <a:t>filepath ='/content/drive/MyDrive/data_file.csv'</a:t>
            </a:r>
            <a:endParaRPr lang="en-US" sz="1400" dirty="0">
              <a:solidFill>
                <a:schemeClr val="tx1"/>
              </a:solidFill>
              <a:latin typeface="Montserrat" panose="00000500000000000000" charset="0"/>
              <a:ea typeface="Calibri" panose="020F0502020204030204" pitchFamily="34" charset="-122"/>
              <a:cs typeface="Montserrat" panose="00000500000000000000" charset="0"/>
            </a:endParaRPr>
          </a:p>
          <a:p>
            <a:pPr marL="0" algn="l">
              <a:buClrTx/>
              <a:buSzTx/>
              <a:buNone/>
            </a:pPr>
            <a:r>
              <a:rPr lang="en-US" sz="1400" dirty="0">
                <a:solidFill>
                  <a:schemeClr val="tx1"/>
                </a:solidFill>
                <a:latin typeface="Montserrat" panose="00000500000000000000" charset="0"/>
                <a:ea typeface="Calibri" panose="020F0502020204030204" pitchFamily="34" charset="-122"/>
                <a:cs typeface="Montserrat" panose="00000500000000000000" charset="0"/>
                <a:sym typeface="+mn-ea"/>
              </a:rPr>
              <a:t>data = pd.read_csv(filepath)</a:t>
            </a:r>
            <a:endParaRPr lang="en-US" sz="1400" dirty="0">
              <a:solidFill>
                <a:schemeClr val="tx1"/>
              </a:solidFill>
              <a:latin typeface="Montserrat" panose="00000500000000000000" charset="0"/>
              <a:ea typeface="Calibri" panose="020F0502020204030204" pitchFamily="34" charset="-122"/>
              <a:cs typeface="Montserrat" panose="00000500000000000000" charset="0"/>
            </a:endParaRPr>
          </a:p>
          <a:p>
            <a:pPr marL="0" indent="0">
              <a:buNone/>
            </a:pPr>
            <a:endParaRPr lang="en-US" sz="1400" dirty="0">
              <a:solidFill>
                <a:schemeClr val="tx1"/>
              </a:solidFill>
              <a:latin typeface="Montserrat" panose="00000500000000000000" charset="0"/>
              <a:ea typeface="Calibri" panose="020F0502020204030204" pitchFamily="34" charset="-122"/>
              <a:cs typeface="Montserrat" panose="00000500000000000000" charset="0"/>
            </a:endParaRPr>
          </a:p>
          <a:p>
            <a:pPr marL="0" indent="0">
              <a:buNone/>
            </a:pPr>
            <a:r>
              <a:rPr lang="en-US" sz="1400" dirty="0">
                <a:solidFill>
                  <a:schemeClr val="tx1"/>
                </a:solidFill>
                <a:latin typeface="Montserrat" panose="00000500000000000000" charset="0"/>
                <a:ea typeface="Calibri" panose="020F0502020204030204" pitchFamily="34" charset="-122"/>
                <a:cs typeface="Montserrat" panose="00000500000000000000" charset="0"/>
                <a:sym typeface="+mn-ea"/>
              </a:rPr>
              <a:t># Encode transaction type</a:t>
            </a:r>
            <a:endParaRPr lang="en-US" sz="1400" dirty="0">
              <a:solidFill>
                <a:schemeClr val="tx1"/>
              </a:solidFill>
              <a:latin typeface="Montserrat" panose="00000500000000000000" charset="0"/>
              <a:ea typeface="Calibri" panose="020F0502020204030204" pitchFamily="34" charset="-122"/>
              <a:cs typeface="Montserrat" panose="00000500000000000000" charset="0"/>
            </a:endParaRPr>
          </a:p>
          <a:p>
            <a:pPr marL="0" indent="0">
              <a:buNone/>
            </a:pPr>
            <a:r>
              <a:rPr lang="en-US" sz="1400" dirty="0">
                <a:solidFill>
                  <a:schemeClr val="tx1"/>
                </a:solidFill>
                <a:latin typeface="Montserrat" panose="00000500000000000000" charset="0"/>
                <a:ea typeface="Calibri" panose="020F0502020204030204" pitchFamily="34" charset="-122"/>
                <a:cs typeface="Montserrat" panose="00000500000000000000" charset="0"/>
                <a:sym typeface="+mn-ea"/>
              </a:rPr>
              <a:t>le = LabelEncoder()</a:t>
            </a:r>
            <a:endParaRPr lang="en-US" sz="1400" dirty="0">
              <a:solidFill>
                <a:schemeClr val="tx1"/>
              </a:solidFill>
              <a:latin typeface="Montserrat" panose="00000500000000000000" charset="0"/>
              <a:ea typeface="Calibri" panose="020F0502020204030204" pitchFamily="34" charset="-122"/>
              <a:cs typeface="Montserrat" panose="00000500000000000000" charset="0"/>
            </a:endParaRPr>
          </a:p>
          <a:p>
            <a:pPr marL="0" indent="0">
              <a:buNone/>
            </a:pPr>
            <a:r>
              <a:rPr lang="en-US" sz="1400" dirty="0">
                <a:solidFill>
                  <a:schemeClr val="tx1"/>
                </a:solidFill>
                <a:latin typeface="Montserrat" panose="00000500000000000000" charset="0"/>
                <a:ea typeface="Calibri" panose="020F0502020204030204" pitchFamily="34" charset="-122"/>
                <a:cs typeface="Montserrat" panose="00000500000000000000" charset="0"/>
                <a:sym typeface="+mn-ea"/>
              </a:rPr>
              <a:t>data</a:t>
            </a:r>
            <a:r>
              <a:rPr lang="en-US" sz="1400" dirty="0">
                <a:solidFill>
                  <a:schemeClr val="tx1"/>
                </a:solidFill>
                <a:latin typeface="Montserrat" panose="00000500000000000000" charset="0"/>
                <a:ea typeface="Calibri" panose="020F0502020204030204" pitchFamily="34" charset="-122"/>
                <a:cs typeface="Montserrat" panose="00000500000000000000" charset="0"/>
                <a:sym typeface="+mn-ea"/>
              </a:rPr>
              <a:t>['type'] = le.fit_transform(</a:t>
            </a:r>
            <a:r>
              <a:rPr lang="en-US" sz="1400" dirty="0">
                <a:solidFill>
                  <a:schemeClr val="tx1"/>
                </a:solidFill>
                <a:latin typeface="Montserrat" panose="00000500000000000000" charset="0"/>
                <a:ea typeface="Calibri" panose="020F0502020204030204" pitchFamily="34" charset="-122"/>
                <a:cs typeface="Montserrat" panose="00000500000000000000" charset="0"/>
                <a:sym typeface="+mn-ea"/>
              </a:rPr>
              <a:t>data</a:t>
            </a:r>
            <a:r>
              <a:rPr lang="en-US" sz="1400" dirty="0">
                <a:solidFill>
                  <a:schemeClr val="tx1"/>
                </a:solidFill>
                <a:latin typeface="Montserrat" panose="00000500000000000000" charset="0"/>
                <a:ea typeface="Calibri" panose="020F0502020204030204" pitchFamily="34" charset="-122"/>
                <a:cs typeface="Montserrat" panose="00000500000000000000" charset="0"/>
                <a:sym typeface="+mn-ea"/>
              </a:rPr>
              <a:t>['type'])</a:t>
            </a:r>
            <a:endParaRPr lang="en-US" sz="1400" dirty="0">
              <a:solidFill>
                <a:schemeClr val="tx1"/>
              </a:solidFill>
              <a:latin typeface="Montserrat" panose="00000500000000000000" charset="0"/>
              <a:ea typeface="Calibri" panose="020F0502020204030204" pitchFamily="34" charset="-122"/>
              <a:cs typeface="Montserrat" panose="00000500000000000000" charset="0"/>
            </a:endParaRPr>
          </a:p>
          <a:p>
            <a:pPr marL="0" indent="0">
              <a:buNone/>
            </a:pPr>
            <a:endParaRPr lang="en-US" sz="1400" dirty="0">
              <a:solidFill>
                <a:schemeClr val="tx1"/>
              </a:solidFill>
              <a:latin typeface="Montserrat" panose="00000500000000000000" charset="0"/>
              <a:ea typeface="Calibri" panose="020F0502020204030204" pitchFamily="34" charset="-122"/>
              <a:cs typeface="Montserrat" panose="00000500000000000000" charset="0"/>
            </a:endParaRPr>
          </a:p>
          <a:p>
            <a:pPr marL="0" indent="0">
              <a:buNone/>
            </a:pPr>
            <a:r>
              <a:rPr lang="en-US" sz="1400" dirty="0">
                <a:solidFill>
                  <a:schemeClr val="tx1"/>
                </a:solidFill>
                <a:latin typeface="Montserrat" panose="00000500000000000000" charset="0"/>
                <a:ea typeface="Calibri" panose="020F0502020204030204" pitchFamily="34" charset="-122"/>
                <a:cs typeface="Montserrat" panose="00000500000000000000" charset="0"/>
                <a:sym typeface="+mn-ea"/>
              </a:rPr>
              <a:t># Drop ID columns</a:t>
            </a:r>
            <a:endParaRPr lang="en-US" sz="1400" dirty="0">
              <a:solidFill>
                <a:schemeClr val="tx1"/>
              </a:solidFill>
              <a:latin typeface="Montserrat" panose="00000500000000000000" charset="0"/>
              <a:ea typeface="Calibri" panose="020F0502020204030204" pitchFamily="34" charset="-122"/>
              <a:cs typeface="Montserrat" panose="00000500000000000000" charset="0"/>
            </a:endParaRPr>
          </a:p>
          <a:p>
            <a:pPr marL="0" indent="0">
              <a:buNone/>
            </a:pPr>
            <a:r>
              <a:rPr lang="en-US" sz="1400" dirty="0">
                <a:solidFill>
                  <a:schemeClr val="tx1"/>
                </a:solidFill>
                <a:latin typeface="Montserrat" panose="00000500000000000000" charset="0"/>
                <a:ea typeface="Calibri" panose="020F0502020204030204" pitchFamily="34" charset="-122"/>
                <a:cs typeface="Montserrat" panose="00000500000000000000" charset="0"/>
                <a:sym typeface="+mn-ea"/>
              </a:rPr>
              <a:t>data</a:t>
            </a:r>
            <a:r>
              <a:rPr lang="en-US" sz="1400" dirty="0">
                <a:solidFill>
                  <a:schemeClr val="tx1"/>
                </a:solidFill>
                <a:latin typeface="Montserrat" panose="00000500000000000000" charset="0"/>
                <a:ea typeface="Calibri" panose="020F0502020204030204" pitchFamily="34" charset="-122"/>
                <a:cs typeface="Montserrat" panose="00000500000000000000" charset="0"/>
                <a:sym typeface="+mn-ea"/>
              </a:rPr>
              <a:t>.drop(['nameOrig','nameDest'],</a:t>
            </a:r>
            <a:endParaRPr lang="en-US" sz="1400" dirty="0">
              <a:solidFill>
                <a:schemeClr val="tx1"/>
              </a:solidFill>
              <a:latin typeface="Montserrat" panose="00000500000000000000" charset="0"/>
              <a:ea typeface="Calibri" panose="020F0502020204030204" pitchFamily="34" charset="-122"/>
              <a:cs typeface="Montserrat" panose="00000500000000000000" charset="0"/>
            </a:endParaRPr>
          </a:p>
          <a:p>
            <a:pPr marL="0" indent="0">
              <a:buNone/>
            </a:pPr>
            <a:r>
              <a:rPr lang="en-US" sz="1400" dirty="0">
                <a:solidFill>
                  <a:schemeClr val="tx1"/>
                </a:solidFill>
                <a:latin typeface="Montserrat" panose="00000500000000000000" charset="0"/>
                <a:ea typeface="Calibri" panose="020F0502020204030204" pitchFamily="34" charset="-122"/>
                <a:cs typeface="Montserrat" panose="00000500000000000000" charset="0"/>
                <a:sym typeface="+mn-ea"/>
              </a:rPr>
              <a:t>         axis=1, inplace=True)</a:t>
            </a:r>
            <a:endParaRPr lang="en-US" sz="1400" dirty="0">
              <a:solidFill>
                <a:schemeClr val="tx1"/>
              </a:solidFill>
              <a:latin typeface="Montserrat" panose="00000500000000000000" charset="0"/>
              <a:ea typeface="Calibri" panose="020F0502020204030204" pitchFamily="34" charset="-122"/>
              <a:cs typeface="Montserrat" panose="00000500000000000000" charset="0"/>
            </a:endParaRPr>
          </a:p>
          <a:p>
            <a:pPr marL="0" indent="0">
              <a:buNone/>
            </a:pPr>
            <a:endParaRPr lang="en-US" sz="1400" dirty="0">
              <a:solidFill>
                <a:schemeClr val="tx1"/>
              </a:solidFill>
              <a:latin typeface="Montserrat" panose="00000500000000000000" charset="0"/>
              <a:ea typeface="Calibri" panose="020F0502020204030204" pitchFamily="34" charset="-122"/>
              <a:cs typeface="Montserrat" panose="00000500000000000000" charset="0"/>
            </a:endParaRPr>
          </a:p>
          <a:p>
            <a:pPr marL="0" indent="0">
              <a:buNone/>
            </a:pPr>
            <a:r>
              <a:rPr lang="en-US" sz="1400" dirty="0">
                <a:solidFill>
                  <a:schemeClr val="tx1"/>
                </a:solidFill>
                <a:latin typeface="Montserrat" panose="00000500000000000000" charset="0"/>
                <a:ea typeface="Calibri" panose="020F0502020204030204" pitchFamily="34" charset="-122"/>
                <a:cs typeface="Montserrat" panose="00000500000000000000" charset="0"/>
                <a:sym typeface="+mn-ea"/>
              </a:rPr>
              <a:t># Features &amp; target</a:t>
            </a:r>
            <a:endParaRPr lang="en-US" sz="1400" dirty="0">
              <a:solidFill>
                <a:schemeClr val="tx1"/>
              </a:solidFill>
              <a:latin typeface="Montserrat" panose="00000500000000000000" charset="0"/>
              <a:ea typeface="Calibri" panose="020F0502020204030204" pitchFamily="34" charset="-122"/>
              <a:cs typeface="Montserrat" panose="00000500000000000000" charset="0"/>
            </a:endParaRPr>
          </a:p>
          <a:p>
            <a:pPr marL="0" indent="0">
              <a:buNone/>
            </a:pPr>
            <a:r>
              <a:rPr lang="en-US" sz="1400" dirty="0">
                <a:solidFill>
                  <a:schemeClr val="tx1"/>
                </a:solidFill>
                <a:latin typeface="Montserrat" panose="00000500000000000000" charset="0"/>
                <a:ea typeface="Calibri" panose="020F0502020204030204" pitchFamily="34" charset="-122"/>
                <a:cs typeface="Montserrat" panose="00000500000000000000" charset="0"/>
                <a:sym typeface="+mn-ea"/>
              </a:rPr>
              <a:t>X = </a:t>
            </a:r>
            <a:r>
              <a:rPr lang="en-US" sz="1400" dirty="0">
                <a:solidFill>
                  <a:schemeClr val="tx1"/>
                </a:solidFill>
                <a:latin typeface="Montserrat" panose="00000500000000000000" charset="0"/>
                <a:ea typeface="Calibri" panose="020F0502020204030204" pitchFamily="34" charset="-122"/>
                <a:cs typeface="Montserrat" panose="00000500000000000000" charset="0"/>
                <a:sym typeface="+mn-ea"/>
              </a:rPr>
              <a:t>data</a:t>
            </a:r>
            <a:r>
              <a:rPr lang="en-US" sz="1400" dirty="0">
                <a:solidFill>
                  <a:schemeClr val="tx1"/>
                </a:solidFill>
                <a:latin typeface="Montserrat" panose="00000500000000000000" charset="0"/>
                <a:ea typeface="Calibri" panose="020F0502020204030204" pitchFamily="34" charset="-122"/>
                <a:cs typeface="Montserrat" panose="00000500000000000000" charset="0"/>
                <a:sym typeface="+mn-ea"/>
              </a:rPr>
              <a:t>.drop('isFraud', axis=1)</a:t>
            </a:r>
            <a:endParaRPr lang="en-US" sz="1400" dirty="0">
              <a:solidFill>
                <a:schemeClr val="tx1"/>
              </a:solidFill>
              <a:latin typeface="Montserrat" panose="00000500000000000000" charset="0"/>
              <a:ea typeface="Calibri" panose="020F0502020204030204" pitchFamily="34" charset="-122"/>
              <a:cs typeface="Montserrat" panose="00000500000000000000" charset="0"/>
            </a:endParaRPr>
          </a:p>
          <a:p>
            <a:pPr marL="0" indent="0">
              <a:buNone/>
            </a:pPr>
            <a:r>
              <a:rPr lang="en-US" sz="1400" dirty="0">
                <a:solidFill>
                  <a:schemeClr val="tx1"/>
                </a:solidFill>
                <a:latin typeface="Montserrat" panose="00000500000000000000" charset="0"/>
                <a:ea typeface="Calibri" panose="020F0502020204030204" pitchFamily="34" charset="-122"/>
                <a:cs typeface="Montserrat" panose="00000500000000000000" charset="0"/>
                <a:sym typeface="+mn-ea"/>
              </a:rPr>
              <a:t>y = </a:t>
            </a:r>
            <a:r>
              <a:rPr lang="en-US" sz="1400" dirty="0">
                <a:solidFill>
                  <a:schemeClr val="tx1"/>
                </a:solidFill>
                <a:latin typeface="Montserrat" panose="00000500000000000000" charset="0"/>
                <a:ea typeface="Calibri" panose="020F0502020204030204" pitchFamily="34" charset="-122"/>
                <a:cs typeface="Montserrat" panose="00000500000000000000" charset="0"/>
                <a:sym typeface="+mn-ea"/>
              </a:rPr>
              <a:t>data</a:t>
            </a:r>
            <a:r>
              <a:rPr lang="en-US" sz="1400" dirty="0">
                <a:solidFill>
                  <a:schemeClr val="tx1"/>
                </a:solidFill>
                <a:latin typeface="Montserrat" panose="00000500000000000000" charset="0"/>
                <a:ea typeface="Calibri" panose="020F0502020204030204" pitchFamily="34" charset="-122"/>
                <a:cs typeface="Montserrat" panose="00000500000000000000" charset="0"/>
                <a:sym typeface="+mn-ea"/>
              </a:rPr>
              <a:t>['isFraud']</a:t>
            </a:r>
            <a:endParaRPr lang="en-US" sz="1400" dirty="0">
              <a:solidFill>
                <a:schemeClr val="tx1"/>
              </a:solidFill>
              <a:latin typeface="Montserrat" panose="00000500000000000000" charset="0"/>
              <a:ea typeface="Calibri" panose="020F0502020204030204" pitchFamily="34" charset="-122"/>
              <a:cs typeface="Montserrat" panose="00000500000000000000" charset="0"/>
            </a:endParaRPr>
          </a:p>
          <a:p>
            <a:pPr marL="0" indent="0">
              <a:buNone/>
            </a:pPr>
            <a:endParaRPr lang="en-US" sz="1400" dirty="0">
              <a:solidFill>
                <a:schemeClr val="tx1"/>
              </a:solidFill>
              <a:latin typeface="Montserrat" panose="00000500000000000000" charset="0"/>
              <a:ea typeface="Calibri" panose="020F0502020204030204" pitchFamily="34" charset="-122"/>
              <a:cs typeface="Montserrat" panose="00000500000000000000" charset="0"/>
            </a:endParaRPr>
          </a:p>
          <a:p>
            <a:pPr marL="0" indent="0">
              <a:buNone/>
            </a:pPr>
            <a:r>
              <a:rPr lang="en-US" sz="1400" dirty="0">
                <a:solidFill>
                  <a:schemeClr val="tx1"/>
                </a:solidFill>
                <a:latin typeface="Montserrat" panose="00000500000000000000" charset="0"/>
                <a:ea typeface="Calibri" panose="020F0502020204030204" pitchFamily="34" charset="-122"/>
                <a:cs typeface="Montserrat" panose="00000500000000000000" charset="0"/>
                <a:sym typeface="+mn-ea"/>
              </a:rPr>
              <a:t># Scale numeric features</a:t>
            </a:r>
            <a:endParaRPr lang="en-US" sz="1400" dirty="0">
              <a:solidFill>
                <a:schemeClr val="tx1"/>
              </a:solidFill>
              <a:latin typeface="Montserrat" panose="00000500000000000000" charset="0"/>
              <a:ea typeface="Calibri" panose="020F0502020204030204" pitchFamily="34" charset="-122"/>
              <a:cs typeface="Montserrat" panose="00000500000000000000" charset="0"/>
            </a:endParaRPr>
          </a:p>
          <a:p>
            <a:pPr marL="0" indent="0">
              <a:buNone/>
            </a:pPr>
            <a:r>
              <a:rPr lang="en-US" sz="1400" dirty="0">
                <a:solidFill>
                  <a:schemeClr val="tx1"/>
                </a:solidFill>
                <a:latin typeface="Montserrat" panose="00000500000000000000" charset="0"/>
                <a:ea typeface="Calibri" panose="020F0502020204030204" pitchFamily="34" charset="-122"/>
                <a:cs typeface="Montserrat" panose="00000500000000000000" charset="0"/>
                <a:sym typeface="+mn-ea"/>
              </a:rPr>
              <a:t>scaler = StandardScaler()</a:t>
            </a:r>
            <a:endParaRPr lang="en-US" sz="1400" dirty="0">
              <a:solidFill>
                <a:schemeClr val="tx1"/>
              </a:solidFill>
              <a:latin typeface="Montserrat" panose="00000500000000000000" charset="0"/>
              <a:ea typeface="Calibri" panose="020F0502020204030204" pitchFamily="34" charset="-122"/>
              <a:cs typeface="Montserrat" panose="00000500000000000000" charset="0"/>
            </a:endParaRPr>
          </a:p>
          <a:p>
            <a:pPr marL="0" indent="0">
              <a:buNone/>
            </a:pPr>
            <a:r>
              <a:rPr lang="en-US" sz="1400" dirty="0">
                <a:solidFill>
                  <a:schemeClr val="tx1"/>
                </a:solidFill>
                <a:latin typeface="Montserrat" panose="00000500000000000000" charset="0"/>
                <a:ea typeface="Calibri" panose="020F0502020204030204" pitchFamily="34" charset="-122"/>
                <a:cs typeface="Montserrat" panose="00000500000000000000" charset="0"/>
                <a:sym typeface="+mn-ea"/>
              </a:rPr>
              <a:t>X_scaled = scaler.fit_transform(X)</a:t>
            </a:r>
            <a:endParaRPr lang="en-US" sz="1400" dirty="0">
              <a:solidFill>
                <a:schemeClr val="tx1"/>
              </a:solidFill>
              <a:latin typeface="Montserrat" panose="00000500000000000000" charset="0"/>
              <a:ea typeface="Calibri" panose="020F0502020204030204" pitchFamily="34" charset="-122"/>
              <a:cs typeface="Montserrat" panose="00000500000000000000" charset="0"/>
              <a:sym typeface="+mn-ea"/>
            </a:endParaRPr>
          </a:p>
        </p:txBody>
      </p:sp>
      <p:sp>
        <p:nvSpPr>
          <p:cNvPr id="3" name="Text Box 2"/>
          <p:cNvSpPr txBox="1"/>
          <p:nvPr/>
        </p:nvSpPr>
        <p:spPr>
          <a:xfrm>
            <a:off x="191135" y="4580890"/>
            <a:ext cx="4473575" cy="2218055"/>
          </a:xfrm>
          <a:prstGeom prst="rect">
            <a:avLst/>
          </a:prstGeom>
          <a:noFill/>
        </p:spPr>
        <p:txBody>
          <a:bodyPr wrap="square" rtlCol="0" anchor="t">
            <a:noAutofit/>
          </a:bodyPr>
          <a:p>
            <a:pPr marL="0" indent="0" algn="l">
              <a:spcAft>
                <a:spcPts val="400"/>
              </a:spcAft>
              <a:buSzTx/>
              <a:buNone/>
            </a:pPr>
            <a:r>
              <a:rPr lang="en-US" sz="1800" dirty="0">
                <a:solidFill>
                  <a:schemeClr val="tx1"/>
                </a:solidFill>
                <a:latin typeface="Montserrat" panose="00000500000000000000" charset="0"/>
                <a:ea typeface="Calibri" panose="020F0502020204030204" pitchFamily="34" charset="-122"/>
                <a:cs typeface="Montserrat" panose="00000500000000000000" charset="0"/>
                <a:sym typeface="+mn-ea"/>
              </a:rPr>
              <a:t>With only 100 fraud cases vs 51,523 legitimate, a model trained without SMOTE would  predict 'Legit' always and still get 99.8% accuracy. SMOTE creates synthetic fraud examples to force the model to actually learn fraud patterns</a:t>
            </a:r>
            <a:endParaRPr lang="en-US" sz="1800" dirty="0">
              <a:solidFill>
                <a:schemeClr val="tx1"/>
              </a:solidFill>
              <a:latin typeface="Montserrat" panose="00000500000000000000" charset="0"/>
              <a:ea typeface="Calibri" panose="020F0502020204030204" pitchFamily="34" charset="-122"/>
              <a:cs typeface="Montserrat" panose="00000500000000000000" charset="0"/>
              <a:sym typeface="+mn-ea"/>
            </a:endParaRPr>
          </a:p>
        </p:txBody>
      </p:sp>
      <p:sp>
        <p:nvSpPr>
          <p:cNvPr id="5" name="Text Box 4"/>
          <p:cNvSpPr txBox="1"/>
          <p:nvPr/>
        </p:nvSpPr>
        <p:spPr>
          <a:xfrm>
            <a:off x="8743315" y="596900"/>
            <a:ext cx="3366770" cy="5882640"/>
          </a:xfrm>
          <a:prstGeom prst="rect">
            <a:avLst/>
          </a:prstGeom>
          <a:noFill/>
        </p:spPr>
        <p:txBody>
          <a:bodyPr wrap="square" rtlCol="0" anchor="t">
            <a:noAutofit/>
          </a:bodyPr>
          <a:p>
            <a:pPr marL="0" indent="0">
              <a:buNone/>
            </a:pPr>
            <a:r>
              <a:rPr lang="en-US" sz="1400" dirty="0">
                <a:solidFill>
                  <a:schemeClr val="tx1"/>
                </a:solidFill>
                <a:latin typeface="Montserrat" panose="00000500000000000000" charset="0"/>
                <a:ea typeface="Calibri" panose="020F0502020204030204" pitchFamily="34" charset="-122"/>
                <a:cs typeface="Montserrat" panose="00000500000000000000" charset="0"/>
                <a:sym typeface="+mn-ea"/>
              </a:rPr>
              <a:t># Train-test split (stratified)</a:t>
            </a:r>
            <a:endParaRPr lang="en-US" sz="1400" dirty="0">
              <a:solidFill>
                <a:schemeClr val="tx1"/>
              </a:solidFill>
              <a:latin typeface="Montserrat" panose="00000500000000000000" charset="0"/>
              <a:ea typeface="Calibri" panose="020F0502020204030204" pitchFamily="34" charset="-122"/>
              <a:cs typeface="Montserrat" panose="00000500000000000000" charset="0"/>
            </a:endParaRPr>
          </a:p>
          <a:p>
            <a:pPr marL="0" indent="0">
              <a:buNone/>
            </a:pPr>
            <a:r>
              <a:rPr lang="en-US" sz="1400" dirty="0">
                <a:solidFill>
                  <a:schemeClr val="tx1"/>
                </a:solidFill>
                <a:latin typeface="Montserrat" panose="00000500000000000000" charset="0"/>
                <a:ea typeface="Calibri" panose="020F0502020204030204" pitchFamily="34" charset="-122"/>
                <a:cs typeface="Montserrat" panose="00000500000000000000" charset="0"/>
                <a:sym typeface="+mn-ea"/>
              </a:rPr>
              <a:t>X_tr,X_te,y_tr,y_te = train_test_split(</a:t>
            </a:r>
            <a:endParaRPr lang="en-US" sz="1400" dirty="0">
              <a:solidFill>
                <a:schemeClr val="tx1"/>
              </a:solidFill>
              <a:latin typeface="Montserrat" panose="00000500000000000000" charset="0"/>
              <a:ea typeface="Calibri" panose="020F0502020204030204" pitchFamily="34" charset="-122"/>
              <a:cs typeface="Montserrat" panose="00000500000000000000" charset="0"/>
            </a:endParaRPr>
          </a:p>
          <a:p>
            <a:pPr marL="0" indent="0">
              <a:buNone/>
            </a:pPr>
            <a:r>
              <a:rPr lang="en-US" sz="1400" dirty="0">
                <a:solidFill>
                  <a:schemeClr val="tx1"/>
                </a:solidFill>
                <a:latin typeface="Montserrat" panose="00000500000000000000" charset="0"/>
                <a:ea typeface="Calibri" panose="020F0502020204030204" pitchFamily="34" charset="-122"/>
                <a:cs typeface="Montserrat" panose="00000500000000000000" charset="0"/>
                <a:sym typeface="+mn-ea"/>
              </a:rPr>
              <a:t>    X_scaled, y,</a:t>
            </a:r>
            <a:endParaRPr lang="en-US" sz="1400" dirty="0">
              <a:solidFill>
                <a:schemeClr val="tx1"/>
              </a:solidFill>
              <a:latin typeface="Montserrat" panose="00000500000000000000" charset="0"/>
              <a:ea typeface="Calibri" panose="020F0502020204030204" pitchFamily="34" charset="-122"/>
              <a:cs typeface="Montserrat" panose="00000500000000000000" charset="0"/>
            </a:endParaRPr>
          </a:p>
          <a:p>
            <a:pPr marL="0" indent="0">
              <a:buNone/>
            </a:pPr>
            <a:r>
              <a:rPr lang="en-US" sz="1400" dirty="0">
                <a:solidFill>
                  <a:schemeClr val="tx1"/>
                </a:solidFill>
                <a:latin typeface="Montserrat" panose="00000500000000000000" charset="0"/>
                <a:ea typeface="Calibri" panose="020F0502020204030204" pitchFamily="34" charset="-122"/>
                <a:cs typeface="Montserrat" panose="00000500000000000000" charset="0"/>
                <a:sym typeface="+mn-ea"/>
              </a:rPr>
              <a:t>    test_size=0.2,</a:t>
            </a:r>
            <a:endParaRPr lang="en-US" sz="1400" dirty="0">
              <a:solidFill>
                <a:schemeClr val="tx1"/>
              </a:solidFill>
              <a:latin typeface="Montserrat" panose="00000500000000000000" charset="0"/>
              <a:ea typeface="Calibri" panose="020F0502020204030204" pitchFamily="34" charset="-122"/>
              <a:cs typeface="Montserrat" panose="00000500000000000000" charset="0"/>
            </a:endParaRPr>
          </a:p>
          <a:p>
            <a:pPr marL="0" indent="0">
              <a:buNone/>
            </a:pPr>
            <a:r>
              <a:rPr lang="en-US" sz="1400" dirty="0">
                <a:solidFill>
                  <a:schemeClr val="tx1"/>
                </a:solidFill>
                <a:latin typeface="Montserrat" panose="00000500000000000000" charset="0"/>
                <a:ea typeface="Calibri" panose="020F0502020204030204" pitchFamily="34" charset="-122"/>
                <a:cs typeface="Montserrat" panose="00000500000000000000" charset="0"/>
                <a:sym typeface="+mn-ea"/>
              </a:rPr>
              <a:t>    random_state=42,</a:t>
            </a:r>
            <a:endParaRPr lang="en-US" sz="1400" dirty="0">
              <a:solidFill>
                <a:schemeClr val="tx1"/>
              </a:solidFill>
              <a:latin typeface="Montserrat" panose="00000500000000000000" charset="0"/>
              <a:ea typeface="Calibri" panose="020F0502020204030204" pitchFamily="34" charset="-122"/>
              <a:cs typeface="Montserrat" panose="00000500000000000000" charset="0"/>
            </a:endParaRPr>
          </a:p>
          <a:p>
            <a:pPr marL="0" indent="0">
              <a:buNone/>
            </a:pPr>
            <a:r>
              <a:rPr lang="en-US" sz="1400" dirty="0">
                <a:solidFill>
                  <a:schemeClr val="tx1"/>
                </a:solidFill>
                <a:latin typeface="Montserrat" panose="00000500000000000000" charset="0"/>
                <a:ea typeface="Calibri" panose="020F0502020204030204" pitchFamily="34" charset="-122"/>
                <a:cs typeface="Montserrat" panose="00000500000000000000" charset="0"/>
                <a:sym typeface="+mn-ea"/>
              </a:rPr>
              <a:t>    stratify=y)</a:t>
            </a:r>
            <a:endParaRPr lang="en-US" sz="1400" dirty="0">
              <a:solidFill>
                <a:schemeClr val="tx1"/>
              </a:solidFill>
              <a:latin typeface="Montserrat" panose="00000500000000000000" charset="0"/>
              <a:ea typeface="Calibri" panose="020F0502020204030204" pitchFamily="34" charset="-122"/>
              <a:cs typeface="Montserrat" panose="00000500000000000000" charset="0"/>
            </a:endParaRPr>
          </a:p>
          <a:p>
            <a:pPr marL="0" indent="0">
              <a:buNone/>
            </a:pPr>
            <a:endParaRPr lang="en-US" sz="1400" dirty="0">
              <a:solidFill>
                <a:schemeClr val="tx1"/>
              </a:solidFill>
              <a:latin typeface="Montserrat" panose="00000500000000000000" charset="0"/>
              <a:ea typeface="Calibri" panose="020F0502020204030204" pitchFamily="34" charset="-122"/>
              <a:cs typeface="Montserrat" panose="00000500000000000000" charset="0"/>
            </a:endParaRPr>
          </a:p>
          <a:p>
            <a:pPr marL="0" indent="0">
              <a:buNone/>
            </a:pPr>
            <a:r>
              <a:rPr lang="en-US" sz="1400" dirty="0">
                <a:solidFill>
                  <a:schemeClr val="tx1"/>
                </a:solidFill>
                <a:latin typeface="Montserrat" panose="00000500000000000000" charset="0"/>
                <a:ea typeface="Calibri" panose="020F0502020204030204" pitchFamily="34" charset="-122"/>
                <a:cs typeface="Montserrat" panose="00000500000000000000" charset="0"/>
                <a:sym typeface="+mn-ea"/>
              </a:rPr>
              <a:t># SMOTE on training data only</a:t>
            </a:r>
            <a:endParaRPr lang="en-US" sz="1400" dirty="0">
              <a:solidFill>
                <a:schemeClr val="tx1"/>
              </a:solidFill>
              <a:latin typeface="Montserrat" panose="00000500000000000000" charset="0"/>
              <a:ea typeface="Calibri" panose="020F0502020204030204" pitchFamily="34" charset="-122"/>
              <a:cs typeface="Montserrat" panose="00000500000000000000" charset="0"/>
            </a:endParaRPr>
          </a:p>
          <a:p>
            <a:pPr marL="0" indent="0">
              <a:buNone/>
            </a:pPr>
            <a:r>
              <a:rPr lang="en-US" sz="1400" dirty="0">
                <a:solidFill>
                  <a:schemeClr val="tx1"/>
                </a:solidFill>
                <a:latin typeface="Montserrat" panose="00000500000000000000" charset="0"/>
                <a:ea typeface="Calibri" panose="020F0502020204030204" pitchFamily="34" charset="-122"/>
                <a:cs typeface="Montserrat" panose="00000500000000000000" charset="0"/>
                <a:sym typeface="+mn-ea"/>
              </a:rPr>
              <a:t>sm = SMOTE(random_state=42)</a:t>
            </a:r>
            <a:endParaRPr lang="en-US" sz="1400" dirty="0">
              <a:solidFill>
                <a:schemeClr val="tx1"/>
              </a:solidFill>
              <a:latin typeface="Montserrat" panose="00000500000000000000" charset="0"/>
              <a:ea typeface="Calibri" panose="020F0502020204030204" pitchFamily="34" charset="-122"/>
              <a:cs typeface="Montserrat" panose="00000500000000000000" charset="0"/>
            </a:endParaRPr>
          </a:p>
          <a:p>
            <a:pPr marL="0" indent="0">
              <a:buNone/>
            </a:pPr>
            <a:r>
              <a:rPr lang="en-US" sz="1400" dirty="0">
                <a:solidFill>
                  <a:schemeClr val="tx1"/>
                </a:solidFill>
                <a:latin typeface="Montserrat" panose="00000500000000000000" charset="0"/>
                <a:ea typeface="Calibri" panose="020F0502020204030204" pitchFamily="34" charset="-122"/>
                <a:cs typeface="Montserrat" panose="00000500000000000000" charset="0"/>
                <a:sym typeface="+mn-ea"/>
              </a:rPr>
              <a:t>X_res,y_res = sm.fit_resample(X_tr,y_tr)</a:t>
            </a:r>
            <a:endParaRPr lang="en-US" sz="1400" dirty="0">
              <a:solidFill>
                <a:schemeClr val="tx1"/>
              </a:solidFill>
              <a:latin typeface="Montserrat" panose="00000500000000000000" charset="0"/>
              <a:ea typeface="Calibri" panose="020F0502020204030204" pitchFamily="34" charset="-122"/>
              <a:cs typeface="Montserrat" panose="00000500000000000000" charset="0"/>
            </a:endParaRPr>
          </a:p>
          <a:p>
            <a:pPr marL="0" indent="0">
              <a:buNone/>
            </a:pPr>
            <a:endParaRPr lang="en-US" sz="1400" dirty="0">
              <a:solidFill>
                <a:schemeClr val="tx1"/>
              </a:solidFill>
              <a:latin typeface="Montserrat" panose="00000500000000000000" charset="0"/>
              <a:ea typeface="Calibri" panose="020F0502020204030204" pitchFamily="34" charset="-122"/>
              <a:cs typeface="Montserrat" panose="00000500000000000000" charset="0"/>
            </a:endParaRPr>
          </a:p>
          <a:p>
            <a:pPr marL="0" indent="0">
              <a:buNone/>
            </a:pPr>
            <a:r>
              <a:rPr lang="en-US" sz="1400" dirty="0">
                <a:solidFill>
                  <a:schemeClr val="tx1"/>
                </a:solidFill>
                <a:latin typeface="Montserrat" panose="00000500000000000000" charset="0"/>
                <a:ea typeface="Calibri" panose="020F0502020204030204" pitchFamily="34" charset="-122"/>
                <a:cs typeface="Montserrat" panose="00000500000000000000" charset="0"/>
                <a:sym typeface="+mn-ea"/>
              </a:rPr>
              <a:t>print("Before SMOTE:", dict(</a:t>
            </a:r>
            <a:endParaRPr lang="en-US" sz="1400" dirty="0">
              <a:solidFill>
                <a:schemeClr val="tx1"/>
              </a:solidFill>
              <a:latin typeface="Montserrat" panose="00000500000000000000" charset="0"/>
              <a:ea typeface="Calibri" panose="020F0502020204030204" pitchFamily="34" charset="-122"/>
              <a:cs typeface="Montserrat" panose="00000500000000000000" charset="0"/>
            </a:endParaRPr>
          </a:p>
          <a:p>
            <a:pPr marL="0" indent="0">
              <a:buNone/>
            </a:pPr>
            <a:r>
              <a:rPr lang="en-US" sz="1400" dirty="0">
                <a:solidFill>
                  <a:schemeClr val="tx1"/>
                </a:solidFill>
                <a:latin typeface="Montserrat" panose="00000500000000000000" charset="0"/>
                <a:ea typeface="Calibri" panose="020F0502020204030204" pitchFamily="34" charset="-122"/>
                <a:cs typeface="Montserrat" panose="00000500000000000000" charset="0"/>
                <a:sym typeface="+mn-ea"/>
              </a:rPr>
              <a:t>    zip(*np.unique(y_tr,return_counts=True))))</a:t>
            </a:r>
            <a:endParaRPr lang="en-US" sz="1400" dirty="0">
              <a:solidFill>
                <a:schemeClr val="tx1"/>
              </a:solidFill>
              <a:latin typeface="Montserrat" panose="00000500000000000000" charset="0"/>
              <a:ea typeface="Calibri" panose="020F0502020204030204" pitchFamily="34" charset="-122"/>
              <a:cs typeface="Montserrat" panose="00000500000000000000" charset="0"/>
            </a:endParaRPr>
          </a:p>
          <a:p>
            <a:pPr marL="0" indent="0">
              <a:buNone/>
            </a:pPr>
            <a:r>
              <a:rPr lang="en-US" sz="1400" dirty="0">
                <a:solidFill>
                  <a:schemeClr val="tx1"/>
                </a:solidFill>
                <a:latin typeface="Montserrat" panose="00000500000000000000" charset="0"/>
                <a:ea typeface="Calibri" panose="020F0502020204030204" pitchFamily="34" charset="-122"/>
                <a:cs typeface="Montserrat" panose="00000500000000000000" charset="0"/>
                <a:sym typeface="+mn-ea"/>
              </a:rPr>
              <a:t>print("After SMOTE: ", dict(</a:t>
            </a:r>
            <a:endParaRPr lang="en-US" sz="1400" dirty="0">
              <a:solidFill>
                <a:schemeClr val="tx1"/>
              </a:solidFill>
              <a:latin typeface="Montserrat" panose="00000500000000000000" charset="0"/>
              <a:ea typeface="Calibri" panose="020F0502020204030204" pitchFamily="34" charset="-122"/>
              <a:cs typeface="Montserrat" panose="00000500000000000000" charset="0"/>
            </a:endParaRPr>
          </a:p>
          <a:p>
            <a:pPr marL="0" indent="0">
              <a:buNone/>
            </a:pPr>
            <a:r>
              <a:rPr lang="en-US" sz="1400" dirty="0">
                <a:solidFill>
                  <a:schemeClr val="tx1"/>
                </a:solidFill>
                <a:latin typeface="Montserrat" panose="00000500000000000000" charset="0"/>
                <a:ea typeface="Calibri" panose="020F0502020204030204" pitchFamily="34" charset="-122"/>
                <a:cs typeface="Montserrat" panose="00000500000000000000" charset="0"/>
                <a:sym typeface="+mn-ea"/>
              </a:rPr>
              <a:t>    zip(*np.unique(y_res,return_counts=True))))</a:t>
            </a:r>
            <a:endParaRPr lang="en-US" sz="1400" dirty="0">
              <a:solidFill>
                <a:schemeClr val="tx1"/>
              </a:solidFill>
              <a:latin typeface="Montserrat" panose="00000500000000000000" charset="0"/>
              <a:ea typeface="Calibri" panose="020F0502020204030204" pitchFamily="34" charset="-122"/>
              <a:cs typeface="Montserrat" panose="00000500000000000000" charset="0"/>
            </a:endParaRPr>
          </a:p>
          <a:p>
            <a:pPr marL="0" indent="0">
              <a:buNone/>
            </a:pPr>
            <a:r>
              <a:rPr lang="en-US" sz="1400" dirty="0">
                <a:solidFill>
                  <a:schemeClr val="tx1"/>
                </a:solidFill>
                <a:latin typeface="Montserrat" panose="00000500000000000000" charset="0"/>
                <a:ea typeface="Calibri" panose="020F0502020204030204" pitchFamily="34" charset="-122"/>
                <a:cs typeface="Montserrat" panose="00000500000000000000" charset="0"/>
                <a:sym typeface="+mn-ea"/>
              </a:rPr>
              <a:t># Before: {0:41218, 1:80}</a:t>
            </a:r>
            <a:endParaRPr lang="en-US" sz="1400" dirty="0">
              <a:solidFill>
                <a:schemeClr val="tx1"/>
              </a:solidFill>
              <a:latin typeface="Montserrat" panose="00000500000000000000" charset="0"/>
              <a:ea typeface="Calibri" panose="020F0502020204030204" pitchFamily="34" charset="-122"/>
              <a:cs typeface="Montserrat" panose="00000500000000000000" charset="0"/>
            </a:endParaRPr>
          </a:p>
          <a:p>
            <a:pPr marL="0" indent="0">
              <a:buNone/>
            </a:pPr>
            <a:r>
              <a:rPr lang="en-US" sz="1400" dirty="0">
                <a:solidFill>
                  <a:schemeClr val="tx1"/>
                </a:solidFill>
                <a:latin typeface="Montserrat" panose="00000500000000000000" charset="0"/>
                <a:ea typeface="Calibri" panose="020F0502020204030204" pitchFamily="34" charset="-122"/>
                <a:cs typeface="Montserrat" panose="00000500000000000000" charset="0"/>
                <a:sym typeface="+mn-ea"/>
              </a:rPr>
              <a:t># After:  {0:41218, 1:41218}</a:t>
            </a:r>
            <a:endParaRPr lang="en-US" sz="1400" dirty="0">
              <a:solidFill>
                <a:schemeClr val="tx1"/>
              </a:solidFill>
              <a:latin typeface="Montserrat" panose="00000500000000000000" charset="0"/>
              <a:ea typeface="Calibri" panose="020F0502020204030204" pitchFamily="34" charset="-122"/>
              <a:cs typeface="Montserrat" panose="00000500000000000000" charset="0"/>
              <a:sym typeface="+mn-ea"/>
            </a:endParaRP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62" name="Shape 162"/>
        <p:cNvGrpSpPr/>
        <p:nvPr/>
      </p:nvGrpSpPr>
      <p:grpSpPr>
        <a:xfrm>
          <a:off x="0" y="0"/>
          <a:ext cx="0" cy="0"/>
          <a:chOff x="0" y="0"/>
          <a:chExt cx="0" cy="0"/>
        </a:xfrm>
      </p:grpSpPr>
      <p:sp>
        <p:nvSpPr>
          <p:cNvPr id="163" name="Google Shape;163;p23"/>
          <p:cNvSpPr txBox="1"/>
          <p:nvPr>
            <p:ph type="sldNum" idx="12"/>
          </p:nvPr>
        </p:nvSpPr>
        <p:spPr>
          <a:xfrm>
            <a:off x="11296611" y="6014423"/>
            <a:ext cx="731600" cy="524800"/>
          </a:xfrm>
          <a:prstGeom prst="rect">
            <a:avLst/>
          </a:prstGeom>
          <a:no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panose="020B0604020202020204"/>
              <a:buNone/>
            </a:pPr>
            <a:fld id="{00000000-1234-1234-1234-123412341234}" type="slidenum">
              <a:rPr lang="en-US"/>
            </a:fld>
            <a:endParaRPr lang="en-US"/>
          </a:p>
        </p:txBody>
      </p:sp>
      <p:sp>
        <p:nvSpPr>
          <p:cNvPr id="164" name="Google Shape;164;p23"/>
          <p:cNvSpPr txBox="1"/>
          <p:nvPr/>
        </p:nvSpPr>
        <p:spPr>
          <a:xfrm>
            <a:off x="596670" y="622739"/>
            <a:ext cx="9247189" cy="781050"/>
          </a:xfrm>
          <a:prstGeom prst="rect">
            <a:avLst/>
          </a:prstGeom>
          <a:noFill/>
          <a:ln>
            <a:noFill/>
          </a:ln>
        </p:spPr>
        <p:txBody>
          <a:bodyPr spcFirstLastPara="1" wrap="square" lIns="121900" tIns="121900" rIns="121900" bIns="121900" anchor="t" anchorCtr="0">
            <a:spAutoFit/>
          </a:bodyPr>
          <a:lstStyle/>
          <a:p>
            <a:pPr marL="0" marR="0" lvl="0" indent="0" algn="l" rtl="0">
              <a:lnSpc>
                <a:spcPct val="100000"/>
              </a:lnSpc>
              <a:spcBef>
                <a:spcPts val="0"/>
              </a:spcBef>
              <a:spcAft>
                <a:spcPts val="0"/>
              </a:spcAft>
              <a:buClr>
                <a:srgbClr val="000000"/>
              </a:buClr>
              <a:buSzPts val="3400"/>
              <a:buFont typeface="Arial" panose="020B0604020202020204"/>
              <a:buNone/>
            </a:pPr>
            <a:r>
              <a:rPr lang="en-US" sz="3500" b="1" i="0" u="none" strike="noStrike" cap="none">
                <a:solidFill>
                  <a:srgbClr val="000000"/>
                </a:solidFill>
                <a:latin typeface="Montserrat" panose="00000500000000000000" charset="0"/>
                <a:ea typeface="Arial" panose="020B0604020202020204"/>
                <a:cs typeface="Montserrat" panose="00000500000000000000" charset="0"/>
                <a:sym typeface="Arial" panose="020B0604020202020204"/>
              </a:rPr>
              <a:t>Model Selection</a:t>
            </a:r>
            <a:endParaRPr sz="3500" b="1" i="0" u="none" strike="noStrike" cap="none">
              <a:solidFill>
                <a:srgbClr val="000000"/>
              </a:solidFill>
              <a:latin typeface="Montserrat" panose="00000500000000000000" charset="0"/>
              <a:ea typeface="Arial" panose="020B0604020202020204"/>
              <a:cs typeface="Montserrat" panose="00000500000000000000" charset="0"/>
              <a:sym typeface="Arial" panose="020B0604020202020204"/>
            </a:endParaRPr>
          </a:p>
        </p:txBody>
      </p:sp>
      <p:sp>
        <p:nvSpPr>
          <p:cNvPr id="165" name="Google Shape;165;p23"/>
          <p:cNvSpPr txBox="1"/>
          <p:nvPr/>
        </p:nvSpPr>
        <p:spPr>
          <a:xfrm>
            <a:off x="550950" y="1412950"/>
            <a:ext cx="11595300" cy="6376670"/>
          </a:xfrm>
          <a:prstGeom prst="rect">
            <a:avLst/>
          </a:prstGeom>
          <a:noFill/>
          <a:ln>
            <a:noFill/>
          </a:ln>
        </p:spPr>
        <p:txBody>
          <a:bodyPr spcFirstLastPara="1" wrap="square" lIns="91425" tIns="45700" rIns="91425" bIns="45700" anchor="t" anchorCtr="0">
            <a:spAutoFit/>
          </a:bodyPr>
          <a:lstStyle/>
          <a:p>
            <a:pPr marL="0" marR="0" lvl="0" indent="0" algn="l" rtl="0">
              <a:lnSpc>
                <a:spcPct val="150000"/>
              </a:lnSpc>
              <a:spcBef>
                <a:spcPts val="0"/>
              </a:spcBef>
              <a:spcAft>
                <a:spcPts val="0"/>
              </a:spcAft>
              <a:buClr>
                <a:srgbClr val="000000"/>
              </a:buClr>
              <a:buSzPts val="1900"/>
              <a:buFont typeface="Arial" panose="020B0604020202020204"/>
              <a:buNone/>
            </a:pPr>
            <a:r>
              <a:rPr lang="en-US" sz="1800" dirty="0">
                <a:solidFill>
                  <a:schemeClr val="tx1"/>
                </a:solidFill>
                <a:latin typeface="Montserrat" panose="00000500000000000000" charset="0"/>
                <a:ea typeface="Calibri" panose="020F0502020204030204" pitchFamily="34" charset="-122"/>
                <a:cs typeface="Montserrat" panose="00000500000000000000" charset="0"/>
                <a:sym typeface="+mn-ea"/>
              </a:rPr>
              <a:t>Classification algorithms evaluated on the Paytm dataset. Each model is trained on SMOTE-balanced data and evaluated on the original imbalanced test set using Accuracy, Precision, Recall and AUC-ROC.</a:t>
            </a:r>
            <a:endParaRPr lang="en-US" sz="1800" dirty="0">
              <a:solidFill>
                <a:schemeClr val="tx1"/>
              </a:solidFill>
              <a:latin typeface="Montserrat" panose="00000500000000000000" charset="0"/>
              <a:ea typeface="Calibri" panose="020F0502020204030204" pitchFamily="34" charset="-122"/>
              <a:cs typeface="Montserrat" panose="00000500000000000000" charset="0"/>
            </a:endParaRPr>
          </a:p>
          <a:p>
            <a:pPr marL="0" marR="0" lvl="0" indent="0" algn="l" rtl="0">
              <a:lnSpc>
                <a:spcPct val="150000"/>
              </a:lnSpc>
              <a:spcBef>
                <a:spcPts val="0"/>
              </a:spcBef>
              <a:spcAft>
                <a:spcPts val="0"/>
              </a:spcAft>
              <a:buClr>
                <a:srgbClr val="000000"/>
              </a:buClr>
              <a:buSzPts val="1900"/>
              <a:buFont typeface="Arial" panose="020B0604020202020204"/>
              <a:buNone/>
            </a:pPr>
            <a:endParaRPr lang="en-US" sz="1800" b="0" i="0" u="none" strike="noStrike" cap="none" dirty="0">
              <a:solidFill>
                <a:schemeClr val="tx1"/>
              </a:solidFill>
              <a:latin typeface="Montserrat" panose="00000500000000000000" charset="0"/>
              <a:ea typeface="Calibri" panose="020F0502020204030204" pitchFamily="34" charset="-122"/>
              <a:cs typeface="Montserrat" panose="00000500000000000000" charset="0"/>
              <a:sym typeface="Arial" panose="020B0604020202020204"/>
            </a:endParaRPr>
          </a:p>
          <a:p>
            <a:pPr marL="0" marR="0" lvl="0" algn="l" rtl="0">
              <a:lnSpc>
                <a:spcPct val="150000"/>
              </a:lnSpc>
              <a:spcBef>
                <a:spcPts val="0"/>
              </a:spcBef>
              <a:spcAft>
                <a:spcPts val="0"/>
              </a:spcAft>
              <a:buClr>
                <a:srgbClr val="000000"/>
              </a:buClr>
              <a:buSzPts val="1900"/>
              <a:buFont typeface="Arial" panose="020B0604020202020204"/>
              <a:buNone/>
            </a:pPr>
            <a:r>
              <a:rPr lang="en-US" sz="1800" b="0" i="0" u="none" strike="noStrike" cap="none" dirty="0">
                <a:solidFill>
                  <a:schemeClr val="tx1"/>
                </a:solidFill>
                <a:latin typeface="Montserrat" panose="00000500000000000000" charset="0"/>
                <a:ea typeface="Calibri" panose="020F0502020204030204" pitchFamily="34" charset="-122"/>
                <a:cs typeface="Montserrat" panose="00000500000000000000" charset="0"/>
                <a:sym typeface="Arial" panose="020B0604020202020204"/>
              </a:rPr>
              <a:t>Following Machine learning algorithms  for classification problems are evaluated,</a:t>
            </a:r>
            <a:endParaRPr lang="en-US" sz="1800" b="0" i="0" u="none" strike="noStrike" cap="none" dirty="0">
              <a:solidFill>
                <a:schemeClr val="tx1"/>
              </a:solidFill>
              <a:latin typeface="Montserrat" panose="00000500000000000000" charset="0"/>
              <a:ea typeface="Calibri" panose="020F0502020204030204" pitchFamily="34" charset="-122"/>
              <a:cs typeface="Montserrat" panose="00000500000000000000" charset="0"/>
              <a:sym typeface="Arial" panose="020B0604020202020204"/>
            </a:endParaRPr>
          </a:p>
          <a:p>
            <a:pPr marL="0" marR="0" lvl="0" algn="l" rtl="0">
              <a:lnSpc>
                <a:spcPct val="150000"/>
              </a:lnSpc>
              <a:spcBef>
                <a:spcPts val="0"/>
              </a:spcBef>
              <a:spcAft>
                <a:spcPts val="0"/>
              </a:spcAft>
              <a:buClr>
                <a:srgbClr val="000000"/>
              </a:buClr>
              <a:buSzPts val="1900"/>
              <a:buFont typeface="Arial" panose="020B0604020202020204"/>
              <a:buNone/>
            </a:pPr>
            <a:endParaRPr lang="en-US" sz="1800" b="0" i="0" u="none" strike="noStrike" cap="none" dirty="0">
              <a:solidFill>
                <a:schemeClr val="tx1"/>
              </a:solidFill>
              <a:latin typeface="Montserrat" panose="00000500000000000000" charset="0"/>
              <a:ea typeface="Calibri" panose="020F0502020204030204" pitchFamily="34" charset="-122"/>
              <a:cs typeface="Montserrat" panose="00000500000000000000" charset="0"/>
              <a:sym typeface="Arial" panose="020B0604020202020204"/>
            </a:endParaRPr>
          </a:p>
          <a:p>
            <a:pPr marL="285750" marR="0" lvl="0" indent="-285750" algn="l" rtl="0">
              <a:lnSpc>
                <a:spcPct val="150000"/>
              </a:lnSpc>
              <a:spcBef>
                <a:spcPts val="0"/>
              </a:spcBef>
              <a:spcAft>
                <a:spcPts val="0"/>
              </a:spcAft>
              <a:buSzPts val="1900"/>
              <a:buFont typeface="Arial" panose="020B0604020202020204" pitchFamily="34" charset="0"/>
              <a:buChar char="•"/>
            </a:pPr>
            <a:r>
              <a:rPr lang="en-US" sz="1800" b="0" i="0" u="none" strike="noStrike" cap="none" dirty="0">
                <a:solidFill>
                  <a:schemeClr val="tx1"/>
                </a:solidFill>
                <a:latin typeface="Montserrat" panose="00000500000000000000" charset="0"/>
                <a:ea typeface="Calibri" panose="020F0502020204030204" pitchFamily="34" charset="-122"/>
                <a:cs typeface="Montserrat" panose="00000500000000000000" charset="0"/>
                <a:sym typeface="Arial" panose="020B0604020202020204"/>
              </a:rPr>
              <a:t>Logistic Regression, </a:t>
            </a:r>
            <a:endParaRPr lang="en-US" sz="1800" b="0" i="0" u="none" strike="noStrike" cap="none" dirty="0">
              <a:solidFill>
                <a:schemeClr val="tx1"/>
              </a:solidFill>
              <a:latin typeface="Montserrat" panose="00000500000000000000" charset="0"/>
              <a:ea typeface="Calibri" panose="020F0502020204030204" pitchFamily="34" charset="-122"/>
              <a:cs typeface="Montserrat" panose="00000500000000000000" charset="0"/>
              <a:sym typeface="Arial" panose="020B0604020202020204"/>
            </a:endParaRPr>
          </a:p>
          <a:p>
            <a:pPr marL="285750" marR="0" lvl="0" indent="-285750" algn="l" rtl="0">
              <a:lnSpc>
                <a:spcPct val="150000"/>
              </a:lnSpc>
              <a:spcBef>
                <a:spcPts val="0"/>
              </a:spcBef>
              <a:spcAft>
                <a:spcPts val="0"/>
              </a:spcAft>
              <a:buSzPts val="1900"/>
              <a:buFont typeface="Arial" panose="020B0604020202020204" pitchFamily="34" charset="0"/>
              <a:buChar char="•"/>
            </a:pPr>
            <a:r>
              <a:rPr lang="en-US" sz="1800" b="0" i="0" u="none" strike="noStrike" cap="none" dirty="0">
                <a:solidFill>
                  <a:schemeClr val="tx1"/>
                </a:solidFill>
                <a:latin typeface="Montserrat" panose="00000500000000000000" charset="0"/>
                <a:ea typeface="Calibri" panose="020F0502020204030204" pitchFamily="34" charset="-122"/>
                <a:cs typeface="Montserrat" panose="00000500000000000000" charset="0"/>
                <a:sym typeface="Arial" panose="020B0604020202020204"/>
              </a:rPr>
              <a:t>DecisionTree Classifier and</a:t>
            </a:r>
            <a:endParaRPr lang="en-US" sz="1800" b="0" i="0" u="none" strike="noStrike" cap="none" dirty="0">
              <a:solidFill>
                <a:schemeClr val="tx1"/>
              </a:solidFill>
              <a:latin typeface="Montserrat" panose="00000500000000000000" charset="0"/>
              <a:ea typeface="Calibri" panose="020F0502020204030204" pitchFamily="34" charset="-122"/>
              <a:cs typeface="Montserrat" panose="00000500000000000000" charset="0"/>
              <a:sym typeface="Arial" panose="020B0604020202020204"/>
            </a:endParaRPr>
          </a:p>
          <a:p>
            <a:pPr marL="285750" marR="0" lvl="0" indent="-285750" algn="l" rtl="0">
              <a:lnSpc>
                <a:spcPct val="150000"/>
              </a:lnSpc>
              <a:spcBef>
                <a:spcPts val="0"/>
              </a:spcBef>
              <a:spcAft>
                <a:spcPts val="0"/>
              </a:spcAft>
              <a:buSzPts val="1900"/>
              <a:buFont typeface="Arial" panose="020B0604020202020204" pitchFamily="34" charset="0"/>
              <a:buChar char="•"/>
            </a:pPr>
            <a:r>
              <a:rPr lang="en-US" sz="1800" b="0" i="0" u="none" strike="noStrike" cap="none" dirty="0">
                <a:solidFill>
                  <a:schemeClr val="tx1"/>
                </a:solidFill>
                <a:latin typeface="Montserrat" panose="00000500000000000000" charset="0"/>
                <a:ea typeface="Calibri" panose="020F0502020204030204" pitchFamily="34" charset="-122"/>
                <a:cs typeface="Montserrat" panose="00000500000000000000" charset="0"/>
                <a:sym typeface="Arial" panose="020B0604020202020204"/>
              </a:rPr>
              <a:t>Random forest Regression and </a:t>
            </a:r>
            <a:endParaRPr lang="en-US" sz="1800" b="0" i="0" u="none" strike="noStrike" cap="none" dirty="0">
              <a:solidFill>
                <a:schemeClr val="tx1"/>
              </a:solidFill>
              <a:latin typeface="Montserrat" panose="00000500000000000000" charset="0"/>
              <a:ea typeface="Calibri" panose="020F0502020204030204" pitchFamily="34" charset="-122"/>
              <a:cs typeface="Montserrat" panose="00000500000000000000" charset="0"/>
              <a:sym typeface="Arial" panose="020B0604020202020204"/>
            </a:endParaRPr>
          </a:p>
          <a:p>
            <a:pPr marL="285750" marR="0" lvl="0" indent="-285750" algn="l" rtl="0">
              <a:lnSpc>
                <a:spcPct val="150000"/>
              </a:lnSpc>
              <a:spcBef>
                <a:spcPts val="0"/>
              </a:spcBef>
              <a:spcAft>
                <a:spcPts val="0"/>
              </a:spcAft>
              <a:buSzPts val="1900"/>
              <a:buFont typeface="Arial" panose="020B0604020202020204" pitchFamily="34" charset="0"/>
              <a:buChar char="•"/>
            </a:pPr>
            <a:r>
              <a:rPr lang="en-US" sz="1800" b="0" i="0" u="none" strike="noStrike" cap="none" dirty="0">
                <a:solidFill>
                  <a:schemeClr val="tx1"/>
                </a:solidFill>
                <a:latin typeface="Montserrat" panose="00000500000000000000" charset="0"/>
                <a:ea typeface="Calibri" panose="020F0502020204030204" pitchFamily="34" charset="-122"/>
                <a:cs typeface="Montserrat" panose="00000500000000000000" charset="0"/>
                <a:sym typeface="Arial" panose="020B0604020202020204"/>
              </a:rPr>
              <a:t>Cross Validation to evaluate the models </a:t>
            </a:r>
            <a:endParaRPr lang="en-US" sz="1800" b="0" i="0" u="none" strike="noStrike" cap="none" dirty="0">
              <a:solidFill>
                <a:schemeClr val="tx1"/>
              </a:solidFill>
              <a:latin typeface="Montserrat" panose="00000500000000000000" charset="0"/>
              <a:ea typeface="Calibri" panose="020F0502020204030204" pitchFamily="34" charset="-122"/>
              <a:cs typeface="Montserrat" panose="00000500000000000000" charset="0"/>
              <a:sym typeface="Arial" panose="020B0604020202020204"/>
            </a:endParaRPr>
          </a:p>
          <a:p>
            <a:pPr marL="285750" marR="0" lvl="0" indent="-285750" algn="l" rtl="0">
              <a:lnSpc>
                <a:spcPct val="150000"/>
              </a:lnSpc>
              <a:spcBef>
                <a:spcPts val="0"/>
              </a:spcBef>
              <a:spcAft>
                <a:spcPts val="0"/>
              </a:spcAft>
              <a:buSzPts val="1900"/>
              <a:buFont typeface="Arial" panose="020B0604020202020204" pitchFamily="34" charset="0"/>
              <a:buChar char="•"/>
            </a:pPr>
            <a:r>
              <a:rPr lang="en-US" sz="1800" b="0" i="0" u="none" strike="noStrike" cap="none" dirty="0">
                <a:solidFill>
                  <a:schemeClr val="tx1"/>
                </a:solidFill>
                <a:latin typeface="Montserrat" panose="00000500000000000000" charset="0"/>
                <a:ea typeface="Calibri" panose="020F0502020204030204" pitchFamily="34" charset="-122"/>
                <a:cs typeface="Montserrat" panose="00000500000000000000" charset="0"/>
                <a:sym typeface="Arial" panose="020B0604020202020204"/>
              </a:rPr>
              <a:t>GridSearchCV for hyper parameter tuning.</a:t>
            </a:r>
            <a:endParaRPr lang="en-US" sz="1800" b="0" i="0" u="none" strike="noStrike" cap="none" dirty="0">
              <a:solidFill>
                <a:schemeClr val="tx1"/>
              </a:solidFill>
              <a:latin typeface="Montserrat" panose="00000500000000000000" charset="0"/>
              <a:ea typeface="Calibri" panose="020F0502020204030204" pitchFamily="34" charset="-122"/>
              <a:cs typeface="Montserrat" panose="00000500000000000000" charset="0"/>
              <a:sym typeface="Arial" panose="020B0604020202020204"/>
            </a:endParaRPr>
          </a:p>
          <a:p>
            <a:pPr marR="0" lvl="0" algn="l" rtl="0">
              <a:lnSpc>
                <a:spcPct val="150000"/>
              </a:lnSpc>
              <a:spcBef>
                <a:spcPts val="0"/>
              </a:spcBef>
              <a:spcAft>
                <a:spcPts val="0"/>
              </a:spcAft>
              <a:buClr>
                <a:srgbClr val="000000"/>
              </a:buClr>
              <a:buSzPts val="1900"/>
              <a:buFont typeface="Arial" panose="020B0604020202020204"/>
              <a:buNone/>
            </a:pPr>
            <a:endParaRPr lang="en-US" sz="1800" b="0" i="0" u="none" strike="noStrike" cap="none" dirty="0">
              <a:solidFill>
                <a:schemeClr val="tx1"/>
              </a:solidFill>
              <a:latin typeface="Montserrat" panose="00000500000000000000" charset="0"/>
              <a:ea typeface="Calibri" panose="020F0502020204030204" pitchFamily="34" charset="-122"/>
              <a:cs typeface="Montserrat" panose="00000500000000000000" charset="0"/>
              <a:sym typeface="Arial" panose="020B0604020202020204"/>
            </a:endParaRPr>
          </a:p>
          <a:p>
            <a:pPr marL="0" marR="0" lvl="0" indent="0" algn="l" rtl="0">
              <a:lnSpc>
                <a:spcPct val="150000"/>
              </a:lnSpc>
              <a:spcBef>
                <a:spcPts val="0"/>
              </a:spcBef>
              <a:spcAft>
                <a:spcPts val="0"/>
              </a:spcAft>
              <a:buClr>
                <a:srgbClr val="000000"/>
              </a:buClr>
              <a:buSzPts val="1900"/>
              <a:buFont typeface="Arial" panose="020B0604020202020204"/>
              <a:buNone/>
            </a:pPr>
            <a:endParaRPr sz="1900" b="0" i="0" u="none" strike="noStrike" cap="none">
              <a:solidFill>
                <a:schemeClr val="dk1"/>
              </a:solidFill>
              <a:latin typeface="Arial" panose="020B0604020202020204"/>
              <a:ea typeface="Arial" panose="020B0604020202020204"/>
              <a:cs typeface="Arial" panose="020B0604020202020204"/>
              <a:sym typeface="Arial" panose="020B0604020202020204"/>
            </a:endParaRPr>
          </a:p>
          <a:p>
            <a:pPr marL="0" marR="0" lvl="0" indent="0" algn="l" rtl="0">
              <a:lnSpc>
                <a:spcPct val="100000"/>
              </a:lnSpc>
              <a:spcBef>
                <a:spcPts val="0"/>
              </a:spcBef>
              <a:spcAft>
                <a:spcPts val="0"/>
              </a:spcAft>
              <a:buClr>
                <a:srgbClr val="000000"/>
              </a:buClr>
              <a:buSzPts val="1900"/>
              <a:buFont typeface="Arial" panose="020B0604020202020204"/>
              <a:buNone/>
            </a:pPr>
            <a:endParaRPr sz="1900" b="0" i="0" u="none" strike="noStrike" cap="none">
              <a:solidFill>
                <a:schemeClr val="dk1"/>
              </a:solidFill>
              <a:latin typeface="Arial" panose="020B0604020202020204"/>
              <a:ea typeface="Arial" panose="020B0604020202020204"/>
              <a:cs typeface="Arial" panose="020B0604020202020204"/>
              <a:sym typeface="Arial" panose="020B0604020202020204"/>
            </a:endParaRPr>
          </a:p>
          <a:p>
            <a:pPr marL="0" marR="0" lvl="0" indent="0" algn="l" rtl="0">
              <a:lnSpc>
                <a:spcPct val="100000"/>
              </a:lnSpc>
              <a:spcBef>
                <a:spcPts val="0"/>
              </a:spcBef>
              <a:spcAft>
                <a:spcPts val="0"/>
              </a:spcAft>
              <a:buClr>
                <a:srgbClr val="000000"/>
              </a:buClr>
              <a:buSzPts val="1900"/>
              <a:buFont typeface="Arial" panose="020B0604020202020204"/>
              <a:buNone/>
            </a:pPr>
            <a:endParaRPr sz="1900" b="0" i="0" u="none" strike="noStrike" cap="none">
              <a:solidFill>
                <a:schemeClr val="dk1"/>
              </a:solidFill>
              <a:latin typeface="Arial" panose="020B0604020202020204"/>
              <a:ea typeface="Arial" panose="020B0604020202020204"/>
              <a:cs typeface="Arial" panose="020B0604020202020204"/>
              <a:sym typeface="Arial" panose="020B0604020202020204"/>
            </a:endParaRPr>
          </a:p>
          <a:p>
            <a:pPr marL="0" marR="0" lvl="0" indent="0" algn="l" rtl="0">
              <a:lnSpc>
                <a:spcPct val="100000"/>
              </a:lnSpc>
              <a:spcBef>
                <a:spcPts val="0"/>
              </a:spcBef>
              <a:spcAft>
                <a:spcPts val="0"/>
              </a:spcAft>
              <a:buClr>
                <a:srgbClr val="000000"/>
              </a:buClr>
              <a:buSzPts val="1800"/>
              <a:buFont typeface="Arial" panose="020B0604020202020204"/>
              <a:buNone/>
            </a:pPr>
            <a:endParaRPr sz="1800" b="0" i="0" u="none" strike="noStrike" cap="none">
              <a:solidFill>
                <a:schemeClr val="dk1"/>
              </a:solidFill>
              <a:latin typeface="Calibri" panose="020F0502020204030204"/>
              <a:ea typeface="Calibri" panose="020F0502020204030204"/>
              <a:cs typeface="Calibri" panose="020F0502020204030204"/>
              <a:sym typeface="Calibri" panose="020F0502020204030204"/>
            </a:endParaRP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69" name="Shape 169"/>
        <p:cNvGrpSpPr/>
        <p:nvPr/>
      </p:nvGrpSpPr>
      <p:grpSpPr>
        <a:xfrm>
          <a:off x="0" y="0"/>
          <a:ext cx="0" cy="0"/>
          <a:chOff x="0" y="0"/>
          <a:chExt cx="0" cy="0"/>
        </a:xfrm>
      </p:grpSpPr>
      <p:sp>
        <p:nvSpPr>
          <p:cNvPr id="170" name="Google Shape;170;p24"/>
          <p:cNvSpPr txBox="1"/>
          <p:nvPr/>
        </p:nvSpPr>
        <p:spPr>
          <a:xfrm>
            <a:off x="354623" y="663079"/>
            <a:ext cx="9247200" cy="781050"/>
          </a:xfrm>
          <a:prstGeom prst="rect">
            <a:avLst/>
          </a:prstGeom>
          <a:noFill/>
          <a:ln>
            <a:noFill/>
          </a:ln>
        </p:spPr>
        <p:txBody>
          <a:bodyPr spcFirstLastPara="1" wrap="square" lIns="121900" tIns="121900" rIns="121900" bIns="121900" anchor="t" anchorCtr="0">
            <a:spAutoFit/>
          </a:bodyPr>
          <a:lstStyle/>
          <a:p>
            <a:pPr marL="0" marR="0" lvl="0" indent="0" algn="l" rtl="0">
              <a:lnSpc>
                <a:spcPct val="100000"/>
              </a:lnSpc>
              <a:spcBef>
                <a:spcPts val="0"/>
              </a:spcBef>
              <a:spcAft>
                <a:spcPts val="0"/>
              </a:spcAft>
              <a:buClr>
                <a:srgbClr val="000000"/>
              </a:buClr>
              <a:buSzPts val="3500"/>
              <a:buFont typeface="Arial" panose="020B0604020202020204"/>
              <a:buNone/>
            </a:pPr>
            <a:r>
              <a:rPr lang="en-US" sz="3500" b="1" i="0" u="none" strike="noStrike" cap="none">
                <a:solidFill>
                  <a:schemeClr val="dk1"/>
                </a:solidFill>
                <a:latin typeface="Montserrat" panose="00000500000000000000" charset="0"/>
                <a:ea typeface="Arial" panose="020B0604020202020204"/>
                <a:cs typeface="Montserrat" panose="00000500000000000000" charset="0"/>
                <a:sym typeface="Arial" panose="020B0604020202020204"/>
              </a:rPr>
              <a:t>Training and Testing the Models</a:t>
            </a:r>
            <a:endParaRPr sz="3500" b="1" i="0" u="none" strike="noStrike" cap="none">
              <a:solidFill>
                <a:srgbClr val="000000"/>
              </a:solidFill>
              <a:latin typeface="Montserrat" panose="00000500000000000000" charset="0"/>
              <a:ea typeface="Arial" panose="020B0604020202020204"/>
              <a:cs typeface="Montserrat" panose="00000500000000000000" charset="0"/>
              <a:sym typeface="Arial" panose="020B0604020202020204"/>
            </a:endParaRPr>
          </a:p>
        </p:txBody>
      </p:sp>
      <p:sp>
        <p:nvSpPr>
          <p:cNvPr id="171" name="Google Shape;171;p24"/>
          <p:cNvSpPr txBox="1"/>
          <p:nvPr/>
        </p:nvSpPr>
        <p:spPr>
          <a:xfrm>
            <a:off x="263525" y="1341120"/>
            <a:ext cx="11222990" cy="962660"/>
          </a:xfrm>
          <a:prstGeom prst="rect">
            <a:avLst/>
          </a:prstGeom>
          <a:noFill/>
          <a:ln>
            <a:noFill/>
          </a:ln>
        </p:spPr>
        <p:txBody>
          <a:bodyPr spcFirstLastPara="1" wrap="square" lIns="91425" tIns="45700" rIns="91425" bIns="45700" anchor="t" anchorCtr="0">
            <a:noAutofit/>
          </a:bodyPr>
          <a:lstStyle/>
          <a:p>
            <a:pPr marL="107950" marR="0" lvl="0" indent="0" algn="l" rtl="0">
              <a:lnSpc>
                <a:spcPct val="150000"/>
              </a:lnSpc>
              <a:spcBef>
                <a:spcPts val="0"/>
              </a:spcBef>
              <a:spcAft>
                <a:spcPts val="0"/>
              </a:spcAft>
              <a:buClr>
                <a:schemeClr val="dk1"/>
              </a:buClr>
              <a:buSzPts val="1900"/>
              <a:buFont typeface="Arial" panose="020B0604020202020204"/>
              <a:buNone/>
            </a:pPr>
            <a:r>
              <a:rPr lang="en-US" sz="1800" dirty="0">
                <a:solidFill>
                  <a:srgbClr val="4A6080"/>
                </a:solidFill>
                <a:latin typeface="Montserrat" panose="00000500000000000000" charset="0"/>
                <a:ea typeface="Calibri" panose="020F0502020204030204" pitchFamily="34" charset="-122"/>
                <a:cs typeface="Montserrat" panose="00000500000000000000" charset="0"/>
                <a:sym typeface="+mn-ea"/>
              </a:rPr>
              <a:t>All models trained on SMOTE-balanced data. Evaluation performed on the original imbalanced test set (10,303 samples: 10,223 legit + 80 fraud... 20% hold-out stratified split).</a:t>
            </a:r>
            <a:endParaRPr lang="en-US" sz="1800" dirty="0">
              <a:solidFill>
                <a:srgbClr val="4A6080"/>
              </a:solidFill>
              <a:latin typeface="Montserrat" panose="00000500000000000000" charset="0"/>
              <a:ea typeface="Calibri" panose="020F0502020204030204" pitchFamily="34" charset="-122"/>
              <a:cs typeface="Montserrat" panose="00000500000000000000" charset="0"/>
            </a:endParaRPr>
          </a:p>
          <a:p>
            <a:pPr marL="107950" marR="0" lvl="0" indent="0" algn="l" rtl="0">
              <a:lnSpc>
                <a:spcPct val="150000"/>
              </a:lnSpc>
              <a:spcBef>
                <a:spcPts val="0"/>
              </a:spcBef>
              <a:spcAft>
                <a:spcPts val="0"/>
              </a:spcAft>
              <a:buClr>
                <a:schemeClr val="dk1"/>
              </a:buClr>
              <a:buSzPts val="1900"/>
              <a:buFont typeface="Arial" panose="020B0604020202020204"/>
              <a:buNone/>
            </a:pPr>
            <a:r>
              <a:rPr lang="en-US" sz="1900" b="0" i="0" u="none" strike="noStrike" cap="none">
                <a:solidFill>
                  <a:schemeClr val="dk1"/>
                </a:solidFill>
                <a:latin typeface="Arial" panose="020B0604020202020204"/>
                <a:ea typeface="Arial" panose="020B0604020202020204"/>
                <a:cs typeface="Arial" panose="020B0604020202020204"/>
                <a:sym typeface="Arial" panose="020B0604020202020204"/>
              </a:rPr>
              <a:t> </a:t>
            </a:r>
            <a:endParaRPr sz="1900" b="0" i="0" u="none" strike="noStrike" cap="none">
              <a:solidFill>
                <a:schemeClr val="dk1"/>
              </a:solidFill>
              <a:latin typeface="Arial" panose="020B0604020202020204"/>
              <a:ea typeface="Arial" panose="020B0604020202020204"/>
              <a:cs typeface="Arial" panose="020B0604020202020204"/>
              <a:sym typeface="Arial" panose="020B0604020202020204"/>
            </a:endParaRPr>
          </a:p>
        </p:txBody>
      </p:sp>
      <p:sp>
        <p:nvSpPr>
          <p:cNvPr id="172" name="Google Shape;172;p24"/>
          <p:cNvSpPr txBox="1"/>
          <p:nvPr>
            <p:ph type="sldNum" idx="12"/>
          </p:nvPr>
        </p:nvSpPr>
        <p:spPr>
          <a:xfrm>
            <a:off x="11296611" y="6014423"/>
            <a:ext cx="731600" cy="524800"/>
          </a:xfrm>
          <a:prstGeom prst="rect">
            <a:avLst/>
          </a:prstGeom>
          <a:no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panose="020B0604020202020204"/>
              <a:buNone/>
            </a:pPr>
            <a:fld id="{00000000-1234-1234-1234-123412341234}" type="slidenum">
              <a:rPr lang="en-US"/>
            </a:fld>
            <a:endParaRPr lang="en-US"/>
          </a:p>
        </p:txBody>
      </p:sp>
      <p:sp>
        <p:nvSpPr>
          <p:cNvPr id="12" name="Text 10"/>
          <p:cNvSpPr/>
          <p:nvPr/>
        </p:nvSpPr>
        <p:spPr>
          <a:xfrm>
            <a:off x="46990" y="3093085"/>
            <a:ext cx="5915025" cy="4328160"/>
          </a:xfrm>
          <a:prstGeom prst="rect">
            <a:avLst/>
          </a:prstGeom>
          <a:noFill/>
        </p:spPr>
        <p:txBody>
          <a:bodyPr wrap="square" lIns="0" tIns="0" rIns="0" bIns="0" rtlCol="0" anchor="t"/>
          <a:lstStyle/>
          <a:p>
            <a:pPr marL="0" algn="l">
              <a:buClrTx/>
              <a:buSzTx/>
              <a:buNone/>
            </a:pPr>
            <a:r>
              <a:rPr lang="en-US" altLang="en-US" dirty="0">
                <a:solidFill>
                  <a:srgbClr val="1A3A5C"/>
                </a:solidFill>
                <a:latin typeface="Montserrat" panose="00000500000000000000" charset="0"/>
                <a:ea typeface="Courier New" panose="02070309020205020404" pitchFamily="34" charset="-122"/>
                <a:cs typeface="Montserrat" panose="00000500000000000000" charset="0"/>
              </a:rPr>
              <a:t>from sklearn.model_selection import train_test_split</a:t>
            </a:r>
            <a:endParaRPr lang="en-US" altLang="en-US" dirty="0">
              <a:solidFill>
                <a:srgbClr val="1A3A5C"/>
              </a:solidFill>
              <a:latin typeface="Montserrat" panose="00000500000000000000" charset="0"/>
              <a:ea typeface="Courier New" panose="02070309020205020404" pitchFamily="34" charset="-122"/>
              <a:cs typeface="Montserrat" panose="00000500000000000000" charset="0"/>
            </a:endParaRPr>
          </a:p>
          <a:p>
            <a:pPr marL="0" algn="l">
              <a:buClrTx/>
              <a:buSzTx/>
              <a:buNone/>
            </a:pPr>
            <a:r>
              <a:rPr lang="en-US" altLang="en-US" dirty="0">
                <a:solidFill>
                  <a:srgbClr val="1A3A5C"/>
                </a:solidFill>
                <a:latin typeface="Montserrat" panose="00000500000000000000" charset="0"/>
                <a:ea typeface="Courier New" panose="02070309020205020404" pitchFamily="34" charset="-122"/>
                <a:cs typeface="Montserrat" panose="00000500000000000000" charset="0"/>
              </a:rPr>
              <a:t>X_train, X_test, y_train, y_test = train_test_split(</a:t>
            </a:r>
            <a:endParaRPr lang="en-US" altLang="en-US" dirty="0">
              <a:solidFill>
                <a:srgbClr val="1A3A5C"/>
              </a:solidFill>
              <a:latin typeface="Montserrat" panose="00000500000000000000" charset="0"/>
              <a:ea typeface="Courier New" panose="02070309020205020404" pitchFamily="34" charset="-122"/>
              <a:cs typeface="Montserrat" panose="00000500000000000000" charset="0"/>
            </a:endParaRPr>
          </a:p>
          <a:p>
            <a:pPr marL="0" algn="l">
              <a:buClrTx/>
              <a:buSzTx/>
              <a:buNone/>
            </a:pPr>
            <a:r>
              <a:rPr lang="en-US" altLang="en-US" dirty="0">
                <a:solidFill>
                  <a:srgbClr val="1A3A5C"/>
                </a:solidFill>
                <a:latin typeface="Montserrat" panose="00000500000000000000" charset="0"/>
                <a:ea typeface="Courier New" panose="02070309020205020404" pitchFamily="34" charset="-122"/>
                <a:cs typeface="Montserrat" panose="00000500000000000000" charset="0"/>
              </a:rPr>
              <a:t>    X, y, test_size=0.3, random_state=42)</a:t>
            </a:r>
            <a:endParaRPr lang="en-US" altLang="en-US" dirty="0">
              <a:solidFill>
                <a:srgbClr val="1A3A5C"/>
              </a:solidFill>
              <a:latin typeface="Montserrat" panose="00000500000000000000" charset="0"/>
              <a:ea typeface="Courier New" panose="02070309020205020404" pitchFamily="34" charset="-122"/>
              <a:cs typeface="Montserrat" panose="00000500000000000000" charset="0"/>
            </a:endParaRPr>
          </a:p>
          <a:p>
            <a:pPr marL="0" algn="l">
              <a:buClrTx/>
              <a:buSzTx/>
              <a:buNone/>
            </a:pPr>
            <a:endParaRPr lang="en-US" altLang="en-US" dirty="0">
              <a:solidFill>
                <a:srgbClr val="1A3A5C"/>
              </a:solidFill>
              <a:latin typeface="Montserrat" panose="00000500000000000000" charset="0"/>
              <a:ea typeface="Courier New" panose="02070309020205020404" pitchFamily="34" charset="-122"/>
              <a:cs typeface="Montserrat" panose="00000500000000000000" charset="0"/>
            </a:endParaRPr>
          </a:p>
          <a:p>
            <a:pPr marL="0" algn="l">
              <a:buClrTx/>
              <a:buSzTx/>
              <a:buNone/>
            </a:pPr>
            <a:r>
              <a:rPr lang="en-US" dirty="0">
                <a:solidFill>
                  <a:srgbClr val="1A3A5C"/>
                </a:solidFill>
                <a:latin typeface="Montserrat" panose="00000500000000000000" charset="0"/>
                <a:ea typeface="Courier New" panose="02070309020205020404" pitchFamily="34" charset="-122"/>
                <a:cs typeface="Montserrat" panose="00000500000000000000" charset="0"/>
              </a:rPr>
              <a:t>from sklearn.tree import DecisionTreeClassifier</a:t>
            </a:r>
            <a:endParaRPr lang="en-US" dirty="0">
              <a:solidFill>
                <a:srgbClr val="1A3A5C"/>
              </a:solidFill>
              <a:latin typeface="Montserrat" panose="00000500000000000000" charset="0"/>
              <a:ea typeface="Courier New" panose="02070309020205020404" pitchFamily="34" charset="-122"/>
              <a:cs typeface="Montserrat" panose="00000500000000000000" charset="0"/>
            </a:endParaRPr>
          </a:p>
          <a:p>
            <a:pPr marL="0" algn="l">
              <a:buClrTx/>
              <a:buSzTx/>
              <a:buNone/>
            </a:pPr>
            <a:r>
              <a:rPr lang="en-US" dirty="0">
                <a:solidFill>
                  <a:srgbClr val="1A3A5C"/>
                </a:solidFill>
                <a:latin typeface="Montserrat" panose="00000500000000000000" charset="0"/>
                <a:ea typeface="Courier New" panose="02070309020205020404" pitchFamily="34" charset="-122"/>
                <a:cs typeface="Montserrat" panose="00000500000000000000" charset="0"/>
              </a:rPr>
              <a:t>from sklearn.metrics import roc_auc_score as ras</a:t>
            </a:r>
            <a:endParaRPr lang="en-US" dirty="0">
              <a:solidFill>
                <a:srgbClr val="1A3A5C"/>
              </a:solidFill>
              <a:latin typeface="Montserrat" panose="00000500000000000000" charset="0"/>
              <a:ea typeface="Courier New" panose="02070309020205020404" pitchFamily="34" charset="-122"/>
              <a:cs typeface="Montserrat" panose="00000500000000000000" charset="0"/>
            </a:endParaRPr>
          </a:p>
          <a:p>
            <a:pPr marL="0" algn="l">
              <a:buClrTx/>
              <a:buSzTx/>
              <a:buNone/>
            </a:pPr>
            <a:r>
              <a:rPr lang="en-US" dirty="0">
                <a:solidFill>
                  <a:srgbClr val="1A3A5C"/>
                </a:solidFill>
                <a:latin typeface="Montserrat" panose="00000500000000000000" charset="0"/>
                <a:ea typeface="Courier New" panose="02070309020205020404" pitchFamily="34" charset="-122"/>
                <a:cs typeface="Montserrat" panose="00000500000000000000" charset="0"/>
              </a:rPr>
              <a:t>from sklearn.linear_model import LogisticRegression</a:t>
            </a:r>
            <a:endParaRPr lang="en-US" dirty="0">
              <a:solidFill>
                <a:srgbClr val="1A3A5C"/>
              </a:solidFill>
              <a:latin typeface="Montserrat" panose="00000500000000000000" charset="0"/>
              <a:ea typeface="Courier New" panose="02070309020205020404" pitchFamily="34" charset="-122"/>
              <a:cs typeface="Montserrat" panose="00000500000000000000" charset="0"/>
            </a:endParaRPr>
          </a:p>
          <a:p>
            <a:pPr marL="0" algn="l">
              <a:buClrTx/>
              <a:buSzTx/>
              <a:buNone/>
            </a:pPr>
            <a:r>
              <a:rPr lang="en-US" dirty="0">
                <a:solidFill>
                  <a:srgbClr val="1A3A5C"/>
                </a:solidFill>
                <a:latin typeface="Montserrat" panose="00000500000000000000" charset="0"/>
                <a:ea typeface="Courier New" panose="02070309020205020404" pitchFamily="34" charset="-122"/>
                <a:cs typeface="Montserrat" panose="00000500000000000000" charset="0"/>
              </a:rPr>
              <a:t>from sklearn.svm import SVC</a:t>
            </a:r>
            <a:endParaRPr lang="en-US" dirty="0">
              <a:solidFill>
                <a:srgbClr val="1A3A5C"/>
              </a:solidFill>
              <a:latin typeface="Montserrat" panose="00000500000000000000" charset="0"/>
              <a:ea typeface="Courier New" panose="02070309020205020404" pitchFamily="34" charset="-122"/>
              <a:cs typeface="Montserrat" panose="00000500000000000000" charset="0"/>
            </a:endParaRPr>
          </a:p>
          <a:p>
            <a:pPr marL="0" algn="l">
              <a:buClrTx/>
              <a:buSzTx/>
              <a:buNone/>
            </a:pPr>
            <a:r>
              <a:rPr lang="en-US" dirty="0">
                <a:solidFill>
                  <a:srgbClr val="1A3A5C"/>
                </a:solidFill>
                <a:latin typeface="Montserrat" panose="00000500000000000000" charset="0"/>
                <a:ea typeface="Courier New" panose="02070309020205020404" pitchFamily="34" charset="-122"/>
                <a:cs typeface="Montserrat" panose="00000500000000000000" charset="0"/>
              </a:rPr>
              <a:t>from sklearn.ensemble import RandomForestClassifier</a:t>
            </a:r>
            <a:br>
              <a:rPr lang="en-US" dirty="0">
                <a:solidFill>
                  <a:srgbClr val="1A3A5C"/>
                </a:solidFill>
                <a:latin typeface="Montserrat" panose="00000500000000000000" charset="0"/>
                <a:ea typeface="Courier New" panose="02070309020205020404" pitchFamily="34" charset="-122"/>
                <a:cs typeface="Montserrat" panose="00000500000000000000" charset="0"/>
              </a:rPr>
            </a:br>
            <a:endParaRPr lang="en-US" dirty="0">
              <a:solidFill>
                <a:srgbClr val="1A3A5C"/>
              </a:solidFill>
              <a:latin typeface="Montserrat" panose="00000500000000000000" charset="0"/>
              <a:ea typeface="Courier New" panose="02070309020205020404" pitchFamily="34" charset="-122"/>
              <a:cs typeface="Montserrat" panose="00000500000000000000" charset="0"/>
            </a:endParaRPr>
          </a:p>
          <a:p>
            <a:pPr marL="0" algn="l">
              <a:buClrTx/>
              <a:buSzTx/>
              <a:buNone/>
            </a:pPr>
            <a:r>
              <a:rPr lang="en-US" dirty="0">
                <a:solidFill>
                  <a:srgbClr val="1A3A5C"/>
                </a:solidFill>
                <a:latin typeface="Montserrat" panose="00000500000000000000" charset="0"/>
                <a:ea typeface="Courier New" panose="02070309020205020404" pitchFamily="34" charset="-122"/>
                <a:cs typeface="Montserrat" panose="00000500000000000000" charset="0"/>
              </a:rPr>
              <a:t># Define all models</a:t>
            </a:r>
            <a:endParaRPr lang="en-US" dirty="0">
              <a:solidFill>
                <a:srgbClr val="1A3A5C"/>
              </a:solidFill>
              <a:latin typeface="Montserrat" panose="00000500000000000000" charset="0"/>
              <a:ea typeface="Courier New" panose="02070309020205020404" pitchFamily="34" charset="-122"/>
              <a:cs typeface="Montserrat" panose="00000500000000000000" charset="0"/>
            </a:endParaRPr>
          </a:p>
          <a:p>
            <a:pPr marL="0" algn="l">
              <a:buClrTx/>
              <a:buSzTx/>
              <a:buNone/>
            </a:pPr>
            <a:r>
              <a:rPr lang="en-US" dirty="0">
                <a:solidFill>
                  <a:srgbClr val="1A3A5C"/>
                </a:solidFill>
                <a:latin typeface="Montserrat" panose="00000500000000000000" charset="0"/>
                <a:ea typeface="Courier New" panose="02070309020205020404" pitchFamily="34" charset="-122"/>
                <a:cs typeface="Montserrat" panose="00000500000000000000" charset="0"/>
              </a:rPr>
              <a:t>models = [LogisticRegression(max_iter=2000), DecisionTreeClassifier(max_depth=7,</a:t>
            </a:r>
            <a:endParaRPr lang="en-US" dirty="0">
              <a:solidFill>
                <a:srgbClr val="1A3A5C"/>
              </a:solidFill>
              <a:latin typeface="Montserrat" panose="00000500000000000000" charset="0"/>
              <a:ea typeface="Courier New" panose="02070309020205020404" pitchFamily="34" charset="-122"/>
              <a:cs typeface="Montserrat" panose="00000500000000000000" charset="0"/>
            </a:endParaRPr>
          </a:p>
          <a:p>
            <a:pPr marL="0" algn="l">
              <a:buClrTx/>
              <a:buSzTx/>
              <a:buNone/>
            </a:pPr>
            <a:r>
              <a:rPr lang="en-US" dirty="0">
                <a:solidFill>
                  <a:srgbClr val="1A3A5C"/>
                </a:solidFill>
                <a:latin typeface="Montserrat" panose="00000500000000000000" charset="0"/>
                <a:ea typeface="Courier New" panose="02070309020205020404" pitchFamily="34" charset="-122"/>
                <a:cs typeface="Montserrat" panose="00000500000000000000" charset="0"/>
              </a:rPr>
              <a:t>                           random_state=42),</a:t>
            </a:r>
            <a:endParaRPr lang="en-US" dirty="0">
              <a:solidFill>
                <a:srgbClr val="1A3A5C"/>
              </a:solidFill>
              <a:latin typeface="Montserrat" panose="00000500000000000000" charset="0"/>
              <a:ea typeface="Courier New" panose="02070309020205020404" pitchFamily="34" charset="-122"/>
              <a:cs typeface="Montserrat" panose="00000500000000000000" charset="0"/>
            </a:endParaRPr>
          </a:p>
          <a:p>
            <a:pPr marL="0" algn="l">
              <a:buClrTx/>
              <a:buSzTx/>
              <a:buNone/>
            </a:pPr>
            <a:r>
              <a:rPr lang="en-US" dirty="0">
                <a:solidFill>
                  <a:srgbClr val="1A3A5C"/>
                </a:solidFill>
                <a:latin typeface="Montserrat" panose="00000500000000000000" charset="0"/>
                <a:ea typeface="Courier New" panose="02070309020205020404" pitchFamily="34" charset="-122"/>
                <a:cs typeface="Montserrat" panose="00000500000000000000" charset="0"/>
              </a:rPr>
              <a:t>          RandomForestClassifier(n_estimators=7,</a:t>
            </a:r>
            <a:endParaRPr lang="en-US" dirty="0">
              <a:solidFill>
                <a:srgbClr val="1A3A5C"/>
              </a:solidFill>
              <a:latin typeface="Montserrat" panose="00000500000000000000" charset="0"/>
              <a:ea typeface="Courier New" panose="02070309020205020404" pitchFamily="34" charset="-122"/>
              <a:cs typeface="Montserrat" panose="00000500000000000000" charset="0"/>
            </a:endParaRPr>
          </a:p>
          <a:p>
            <a:pPr marL="0" algn="l">
              <a:buClrTx/>
              <a:buSzTx/>
              <a:buNone/>
            </a:pPr>
            <a:r>
              <a:rPr lang="en-US" dirty="0">
                <a:solidFill>
                  <a:srgbClr val="1A3A5C"/>
                </a:solidFill>
                <a:latin typeface="Montserrat" panose="00000500000000000000" charset="0"/>
                <a:ea typeface="Courier New" panose="02070309020205020404" pitchFamily="34" charset="-122"/>
                <a:cs typeface="Montserrat" panose="00000500000000000000" charset="0"/>
              </a:rPr>
              <a:t>                                 criterion='entropy',</a:t>
            </a:r>
            <a:endParaRPr lang="en-US" dirty="0">
              <a:solidFill>
                <a:srgbClr val="1A3A5C"/>
              </a:solidFill>
              <a:latin typeface="Montserrat" panose="00000500000000000000" charset="0"/>
              <a:ea typeface="Courier New" panose="02070309020205020404" pitchFamily="34" charset="-122"/>
              <a:cs typeface="Montserrat" panose="00000500000000000000" charset="0"/>
            </a:endParaRPr>
          </a:p>
          <a:p>
            <a:pPr marL="0" algn="l">
              <a:buClrTx/>
              <a:buSzTx/>
              <a:buNone/>
            </a:pPr>
            <a:r>
              <a:rPr lang="en-US" dirty="0">
                <a:solidFill>
                  <a:srgbClr val="1A3A5C"/>
                </a:solidFill>
                <a:latin typeface="Montserrat" panose="00000500000000000000" charset="0"/>
                <a:ea typeface="Courier New" panose="02070309020205020404" pitchFamily="34" charset="-122"/>
                <a:cs typeface="Montserrat" panose="00000500000000000000" charset="0"/>
              </a:rPr>
              <a:t>                                 random_state=7)]</a:t>
            </a:r>
            <a:endParaRPr lang="en-US" dirty="0">
              <a:solidFill>
                <a:srgbClr val="1A3A5C"/>
              </a:solidFill>
              <a:latin typeface="Montserrat" panose="00000500000000000000" charset="0"/>
              <a:ea typeface="Courier New" panose="02070309020205020404" pitchFamily="34" charset="-122"/>
              <a:cs typeface="Montserrat" panose="00000500000000000000" charset="0"/>
            </a:endParaRPr>
          </a:p>
          <a:p>
            <a:pPr marL="0" algn="l">
              <a:buClrTx/>
              <a:buSzTx/>
              <a:buNone/>
            </a:pPr>
            <a:endParaRPr lang="en-US" sz="1050" dirty="0">
              <a:solidFill>
                <a:srgbClr val="1A3A5C"/>
              </a:solidFill>
              <a:latin typeface="Montserrat" panose="00000500000000000000" charset="0"/>
              <a:ea typeface="Courier New" panose="02070309020205020404" pitchFamily="34" charset="-122"/>
              <a:cs typeface="Montserrat" panose="00000500000000000000" charset="0"/>
            </a:endParaRPr>
          </a:p>
          <a:p>
            <a:pPr marL="0" algn="l">
              <a:buClrTx/>
              <a:buSzTx/>
              <a:buNone/>
            </a:pPr>
            <a:endParaRPr lang="en-US" altLang="en-US" sz="1050" dirty="0">
              <a:solidFill>
                <a:srgbClr val="1A3A5C"/>
              </a:solidFill>
              <a:latin typeface="Montserrat" panose="00000500000000000000" charset="0"/>
              <a:ea typeface="Courier New" panose="02070309020205020404" pitchFamily="34" charset="-122"/>
              <a:cs typeface="Montserrat" panose="00000500000000000000" charset="0"/>
            </a:endParaRPr>
          </a:p>
        </p:txBody>
      </p:sp>
      <p:sp>
        <p:nvSpPr>
          <p:cNvPr id="2" name="Text 10"/>
          <p:cNvSpPr/>
          <p:nvPr/>
        </p:nvSpPr>
        <p:spPr>
          <a:xfrm>
            <a:off x="6383655" y="3140710"/>
            <a:ext cx="5354320" cy="4241800"/>
          </a:xfrm>
          <a:prstGeom prst="rect">
            <a:avLst/>
          </a:prstGeom>
          <a:noFill/>
        </p:spPr>
        <p:txBody>
          <a:bodyPr wrap="square" lIns="0" tIns="0" rIns="0" bIns="0" rtlCol="0" anchor="t"/>
          <a:lstStyle/>
          <a:p>
            <a:pPr marL="0" algn="l">
              <a:buClrTx/>
              <a:buSzTx/>
              <a:buNone/>
            </a:pPr>
            <a:r>
              <a:rPr lang="en-US" dirty="0">
                <a:solidFill>
                  <a:srgbClr val="1A3A5C"/>
                </a:solidFill>
                <a:latin typeface="Montserrat" panose="00000500000000000000" charset="0"/>
                <a:ea typeface="Courier New" panose="02070309020205020404" pitchFamily="34" charset="-122"/>
                <a:cs typeface="Montserrat" panose="00000500000000000000" charset="0"/>
                <a:sym typeface="+mn-ea"/>
              </a:rPr>
              <a:t>for i in range(len(models)):</a:t>
            </a:r>
            <a:endParaRPr lang="en-US" dirty="0">
              <a:solidFill>
                <a:srgbClr val="1A3A5C"/>
              </a:solidFill>
              <a:latin typeface="Montserrat" panose="00000500000000000000" charset="0"/>
              <a:ea typeface="Courier New" panose="02070309020205020404" pitchFamily="34" charset="-122"/>
              <a:cs typeface="Montserrat" panose="00000500000000000000" charset="0"/>
            </a:endParaRPr>
          </a:p>
          <a:p>
            <a:pPr marL="0" algn="l">
              <a:buClrTx/>
              <a:buSzTx/>
              <a:buNone/>
            </a:pPr>
            <a:r>
              <a:rPr lang="en-US" dirty="0">
                <a:solidFill>
                  <a:srgbClr val="1A3A5C"/>
                </a:solidFill>
                <a:latin typeface="Montserrat" panose="00000500000000000000" charset="0"/>
                <a:ea typeface="Courier New" panose="02070309020205020404" pitchFamily="34" charset="-122"/>
                <a:cs typeface="Montserrat" panose="00000500000000000000" charset="0"/>
                <a:sym typeface="+mn-ea"/>
              </a:rPr>
              <a:t>    models[i].fit(X_train, y_train)</a:t>
            </a:r>
            <a:endParaRPr lang="en-US" dirty="0">
              <a:solidFill>
                <a:srgbClr val="1A3A5C"/>
              </a:solidFill>
              <a:latin typeface="Montserrat" panose="00000500000000000000" charset="0"/>
              <a:ea typeface="Courier New" panose="02070309020205020404" pitchFamily="34" charset="-122"/>
              <a:cs typeface="Montserrat" panose="00000500000000000000" charset="0"/>
            </a:endParaRPr>
          </a:p>
          <a:p>
            <a:pPr marL="0" algn="l">
              <a:buClrTx/>
              <a:buSzTx/>
              <a:buNone/>
            </a:pPr>
            <a:r>
              <a:rPr lang="en-US" dirty="0">
                <a:solidFill>
                  <a:srgbClr val="1A3A5C"/>
                </a:solidFill>
                <a:latin typeface="Montserrat" panose="00000500000000000000" charset="0"/>
                <a:ea typeface="Courier New" panose="02070309020205020404" pitchFamily="34" charset="-122"/>
                <a:cs typeface="Montserrat" panose="00000500000000000000" charset="0"/>
                <a:sym typeface="+mn-ea"/>
              </a:rPr>
              <a:t>    print(f'{models[i]} : ')</a:t>
            </a:r>
            <a:endParaRPr lang="en-US" dirty="0">
              <a:solidFill>
                <a:srgbClr val="1A3A5C"/>
              </a:solidFill>
              <a:latin typeface="Montserrat" panose="00000500000000000000" charset="0"/>
              <a:ea typeface="Courier New" panose="02070309020205020404" pitchFamily="34" charset="-122"/>
              <a:cs typeface="Montserrat" panose="00000500000000000000" charset="0"/>
            </a:endParaRPr>
          </a:p>
          <a:p>
            <a:pPr marL="0" algn="l">
              <a:buClrTx/>
              <a:buSzTx/>
              <a:buNone/>
            </a:pPr>
            <a:endParaRPr lang="en-US" dirty="0">
              <a:solidFill>
                <a:srgbClr val="1A3A5C"/>
              </a:solidFill>
              <a:latin typeface="Montserrat" panose="00000500000000000000" charset="0"/>
              <a:ea typeface="Courier New" panose="02070309020205020404" pitchFamily="34" charset="-122"/>
              <a:cs typeface="Montserrat" panose="00000500000000000000" charset="0"/>
            </a:endParaRPr>
          </a:p>
          <a:p>
            <a:pPr marL="0" algn="l">
              <a:buClrTx/>
              <a:buSzTx/>
              <a:buNone/>
            </a:pPr>
            <a:r>
              <a:rPr lang="en-US" dirty="0">
                <a:solidFill>
                  <a:srgbClr val="1A3A5C"/>
                </a:solidFill>
                <a:latin typeface="Montserrat" panose="00000500000000000000" charset="0"/>
                <a:ea typeface="Courier New" panose="02070309020205020404" pitchFamily="34" charset="-122"/>
                <a:cs typeface="Montserrat" panose="00000500000000000000" charset="0"/>
                <a:sym typeface="+mn-ea"/>
              </a:rPr>
              <a:t>    train_preds = models[i].predict_proba(X_train)[:, 1]</a:t>
            </a:r>
            <a:endParaRPr lang="en-US" dirty="0">
              <a:solidFill>
                <a:srgbClr val="1A3A5C"/>
              </a:solidFill>
              <a:latin typeface="Montserrat" panose="00000500000000000000" charset="0"/>
              <a:ea typeface="Courier New" panose="02070309020205020404" pitchFamily="34" charset="-122"/>
              <a:cs typeface="Montserrat" panose="00000500000000000000" charset="0"/>
            </a:endParaRPr>
          </a:p>
          <a:p>
            <a:pPr marL="0" algn="l">
              <a:buClrTx/>
              <a:buSzTx/>
              <a:buNone/>
            </a:pPr>
            <a:r>
              <a:rPr lang="en-US" dirty="0">
                <a:solidFill>
                  <a:srgbClr val="1A3A5C"/>
                </a:solidFill>
                <a:latin typeface="Montserrat" panose="00000500000000000000" charset="0"/>
                <a:ea typeface="Courier New" panose="02070309020205020404" pitchFamily="34" charset="-122"/>
                <a:cs typeface="Montserrat" panose="00000500000000000000" charset="0"/>
                <a:sym typeface="+mn-ea"/>
              </a:rPr>
              <a:t>    print('Training Accuracy : ', ras(y_train, train_preds))</a:t>
            </a:r>
            <a:endParaRPr lang="en-US" dirty="0">
              <a:solidFill>
                <a:srgbClr val="1A3A5C"/>
              </a:solidFill>
              <a:latin typeface="Montserrat" panose="00000500000000000000" charset="0"/>
              <a:ea typeface="Courier New" panose="02070309020205020404" pitchFamily="34" charset="-122"/>
              <a:cs typeface="Montserrat" panose="00000500000000000000" charset="0"/>
            </a:endParaRPr>
          </a:p>
          <a:p>
            <a:pPr marL="0" algn="l">
              <a:buClrTx/>
              <a:buSzTx/>
              <a:buNone/>
            </a:pPr>
            <a:endParaRPr lang="en-US" dirty="0">
              <a:solidFill>
                <a:srgbClr val="1A3A5C"/>
              </a:solidFill>
              <a:latin typeface="Montserrat" panose="00000500000000000000" charset="0"/>
              <a:ea typeface="Courier New" panose="02070309020205020404" pitchFamily="34" charset="-122"/>
              <a:cs typeface="Montserrat" panose="00000500000000000000" charset="0"/>
            </a:endParaRPr>
          </a:p>
          <a:p>
            <a:pPr marL="0" algn="l">
              <a:buClrTx/>
              <a:buSzTx/>
              <a:buNone/>
            </a:pPr>
            <a:r>
              <a:rPr lang="en-US" dirty="0">
                <a:solidFill>
                  <a:srgbClr val="1A3A5C"/>
                </a:solidFill>
                <a:latin typeface="Montserrat" panose="00000500000000000000" charset="0"/>
                <a:ea typeface="Courier New" panose="02070309020205020404" pitchFamily="34" charset="-122"/>
                <a:cs typeface="Montserrat" panose="00000500000000000000" charset="0"/>
                <a:sym typeface="+mn-ea"/>
              </a:rPr>
              <a:t>    y_preds = models[i].predict_proba(X_test)[:, 1]</a:t>
            </a:r>
            <a:endParaRPr lang="en-US" dirty="0">
              <a:solidFill>
                <a:srgbClr val="1A3A5C"/>
              </a:solidFill>
              <a:latin typeface="Montserrat" panose="00000500000000000000" charset="0"/>
              <a:ea typeface="Courier New" panose="02070309020205020404" pitchFamily="34" charset="-122"/>
              <a:cs typeface="Montserrat" panose="00000500000000000000" charset="0"/>
            </a:endParaRPr>
          </a:p>
          <a:p>
            <a:pPr marL="0" algn="l">
              <a:buClrTx/>
              <a:buSzTx/>
              <a:buNone/>
            </a:pPr>
            <a:r>
              <a:rPr lang="en-US" dirty="0">
                <a:solidFill>
                  <a:srgbClr val="1A3A5C"/>
                </a:solidFill>
                <a:latin typeface="Montserrat" panose="00000500000000000000" charset="0"/>
                <a:ea typeface="Courier New" panose="02070309020205020404" pitchFamily="34" charset="-122"/>
                <a:cs typeface="Montserrat" panose="00000500000000000000" charset="0"/>
                <a:sym typeface="+mn-ea"/>
              </a:rPr>
              <a:t>    print('Validation Accuracy : ', ras(y_test, y_preds))</a:t>
            </a:r>
            <a:endParaRPr lang="en-US" dirty="0">
              <a:solidFill>
                <a:srgbClr val="1A3A5C"/>
              </a:solidFill>
              <a:latin typeface="Montserrat" panose="00000500000000000000" charset="0"/>
              <a:ea typeface="Courier New" panose="02070309020205020404" pitchFamily="34" charset="-122"/>
              <a:cs typeface="Montserrat" panose="00000500000000000000" charset="0"/>
            </a:endParaRPr>
          </a:p>
          <a:p>
            <a:pPr marL="0" algn="l">
              <a:buClrTx/>
              <a:buSzTx/>
              <a:buNone/>
            </a:pPr>
            <a:r>
              <a:rPr lang="en-US" dirty="0">
                <a:solidFill>
                  <a:srgbClr val="1A3A5C"/>
                </a:solidFill>
                <a:latin typeface="Montserrat" panose="00000500000000000000" charset="0"/>
                <a:ea typeface="Courier New" panose="02070309020205020404" pitchFamily="34" charset="-122"/>
                <a:cs typeface="Montserrat" panose="00000500000000000000" charset="0"/>
                <a:sym typeface="+mn-ea"/>
              </a:rPr>
              <a:t>    print()</a:t>
            </a:r>
            <a:endParaRPr lang="en-US" altLang="en-US" dirty="0">
              <a:solidFill>
                <a:srgbClr val="1A3A5C"/>
              </a:solidFill>
              <a:latin typeface="Montserrat" panose="00000500000000000000" charset="0"/>
              <a:ea typeface="Courier New" panose="02070309020205020404" pitchFamily="34" charset="-122"/>
              <a:cs typeface="Montserrat" panose="00000500000000000000" charset="0"/>
            </a:endParaRPr>
          </a:p>
        </p:txBody>
      </p:sp>
      <p:sp>
        <p:nvSpPr>
          <p:cNvPr id="6" name="Text Box 5"/>
          <p:cNvSpPr txBox="1"/>
          <p:nvPr>
            <p:custDataLst>
              <p:tags r:id="rId1"/>
            </p:custDataLst>
          </p:nvPr>
        </p:nvSpPr>
        <p:spPr>
          <a:xfrm>
            <a:off x="46990" y="2484755"/>
            <a:ext cx="4064000" cy="368300"/>
          </a:xfrm>
          <a:prstGeom prst="rect">
            <a:avLst/>
          </a:prstGeom>
          <a:noFill/>
        </p:spPr>
        <p:txBody>
          <a:bodyPr wrap="square" rtlCol="0">
            <a:spAutoFit/>
          </a:bodyPr>
          <a:p>
            <a:r>
              <a:rPr lang="en-US" sz="1800" b="1">
                <a:latin typeface="Montserrat" panose="00000500000000000000" charset="0"/>
                <a:cs typeface="Montserrat" panose="00000500000000000000" charset="0"/>
              </a:rPr>
              <a:t>Model Training</a:t>
            </a:r>
            <a:endParaRPr lang="en-US" sz="1800" b="1">
              <a:latin typeface="Montserrat" panose="00000500000000000000" charset="0"/>
              <a:cs typeface="Montserrat" panose="00000500000000000000" charset="0"/>
            </a:endParaRPr>
          </a:p>
        </p:txBody>
      </p:sp>
      <p:sp>
        <p:nvSpPr>
          <p:cNvPr id="5" name="Text Box 4"/>
          <p:cNvSpPr txBox="1"/>
          <p:nvPr>
            <p:custDataLst>
              <p:tags r:id="rId2"/>
            </p:custDataLst>
          </p:nvPr>
        </p:nvSpPr>
        <p:spPr>
          <a:xfrm>
            <a:off x="6311900" y="2420620"/>
            <a:ext cx="4064000" cy="368300"/>
          </a:xfrm>
          <a:prstGeom prst="rect">
            <a:avLst/>
          </a:prstGeom>
          <a:noFill/>
        </p:spPr>
        <p:txBody>
          <a:bodyPr wrap="square" rtlCol="0">
            <a:spAutoFit/>
          </a:bodyPr>
          <a:p>
            <a:r>
              <a:rPr lang="en-US" sz="1800" b="1">
                <a:latin typeface="Montserrat" panose="00000500000000000000" charset="0"/>
                <a:cs typeface="Montserrat" panose="00000500000000000000" charset="0"/>
              </a:rPr>
              <a:t>Evaluation Loop</a:t>
            </a:r>
            <a:endParaRPr lang="en-US" sz="1800" b="1">
              <a:latin typeface="Montserrat" panose="00000500000000000000" charset="0"/>
              <a:cs typeface="Montserrat" panose="00000500000000000000" charset="0"/>
            </a:endParaRP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87" name="Shape 187"/>
        <p:cNvGrpSpPr/>
        <p:nvPr/>
      </p:nvGrpSpPr>
      <p:grpSpPr>
        <a:xfrm>
          <a:off x="0" y="0"/>
          <a:ext cx="0" cy="0"/>
          <a:chOff x="0" y="0"/>
          <a:chExt cx="0" cy="0"/>
        </a:xfrm>
      </p:grpSpPr>
      <p:sp>
        <p:nvSpPr>
          <p:cNvPr id="188" name="Google Shape;188;p26"/>
          <p:cNvSpPr/>
          <p:nvPr/>
        </p:nvSpPr>
        <p:spPr>
          <a:xfrm>
            <a:off x="524250" y="1426149"/>
            <a:ext cx="12067500" cy="6011400"/>
          </a:xfrm>
          <a:prstGeom prst="rect">
            <a:avLst/>
          </a:prstGeom>
          <a:noFill/>
          <a:ln>
            <a:noFill/>
          </a:ln>
        </p:spPr>
        <p:txBody>
          <a:bodyPr spcFirstLastPara="1" wrap="square" lIns="91425" tIns="45700" rIns="91425" bIns="45700" anchor="t" anchorCtr="0">
            <a:noAutofit/>
          </a:bodyPr>
          <a:lstStyle/>
          <a:p>
            <a:pPr marL="0" marR="0" lvl="0" indent="0" algn="l" rtl="0">
              <a:lnSpc>
                <a:spcPct val="100000"/>
              </a:lnSpc>
              <a:spcBef>
                <a:spcPts val="0"/>
              </a:spcBef>
              <a:spcAft>
                <a:spcPts val="0"/>
              </a:spcAft>
              <a:buClr>
                <a:srgbClr val="000000"/>
              </a:buClr>
              <a:buSzPts val="1900"/>
              <a:buFont typeface="Arial" panose="020B0604020202020204"/>
              <a:buNone/>
            </a:pPr>
            <a:br>
              <a:rPr lang="en-US" sz="1900" b="0" i="0" u="none" strike="noStrike" cap="none">
                <a:solidFill>
                  <a:schemeClr val="dk1"/>
                </a:solidFill>
                <a:latin typeface="Arial" panose="020B0604020202020204"/>
                <a:ea typeface="Arial" panose="020B0604020202020204"/>
                <a:cs typeface="Arial" panose="020B0604020202020204"/>
                <a:sym typeface="Arial" panose="020B0604020202020204"/>
              </a:rPr>
            </a:br>
            <a:endParaRPr sz="1900" b="0" i="0" u="none" strike="noStrike" cap="none">
              <a:solidFill>
                <a:schemeClr val="dk1"/>
              </a:solidFill>
              <a:latin typeface="Arial" panose="020B0604020202020204"/>
              <a:ea typeface="Arial" panose="020B0604020202020204"/>
              <a:cs typeface="Arial" panose="020B0604020202020204"/>
              <a:sym typeface="Arial" panose="020B0604020202020204"/>
            </a:endParaRPr>
          </a:p>
          <a:p>
            <a:pPr marL="0" marR="0" lvl="0" indent="0" algn="l" rtl="0">
              <a:lnSpc>
                <a:spcPct val="100000"/>
              </a:lnSpc>
              <a:spcBef>
                <a:spcPts val="0"/>
              </a:spcBef>
              <a:spcAft>
                <a:spcPts val="0"/>
              </a:spcAft>
              <a:buClr>
                <a:srgbClr val="000000"/>
              </a:buClr>
              <a:buSzPts val="1900"/>
              <a:buFont typeface="Arial" panose="020B0604020202020204"/>
              <a:buNone/>
            </a:pPr>
            <a:endParaRPr sz="1900" b="1" i="0" u="none" strike="noStrike" cap="none">
              <a:solidFill>
                <a:schemeClr val="dk1"/>
              </a:solidFill>
              <a:latin typeface="Arial" panose="020B0604020202020204"/>
              <a:ea typeface="Arial" panose="020B0604020202020204"/>
              <a:cs typeface="Arial" panose="020B0604020202020204"/>
              <a:sym typeface="Arial" panose="020B0604020202020204"/>
            </a:endParaRPr>
          </a:p>
        </p:txBody>
      </p:sp>
      <p:sp>
        <p:nvSpPr>
          <p:cNvPr id="189" name="Google Shape;189;p26"/>
          <p:cNvSpPr txBox="1"/>
          <p:nvPr/>
        </p:nvSpPr>
        <p:spPr>
          <a:xfrm>
            <a:off x="407320" y="643071"/>
            <a:ext cx="12423900" cy="781050"/>
          </a:xfrm>
          <a:prstGeom prst="rect">
            <a:avLst/>
          </a:prstGeom>
          <a:noFill/>
          <a:ln>
            <a:noFill/>
          </a:ln>
        </p:spPr>
        <p:txBody>
          <a:bodyPr spcFirstLastPara="1" wrap="square" lIns="121900" tIns="121900" rIns="121900" bIns="121900" anchor="ctr" anchorCtr="0">
            <a:spAutoFit/>
          </a:bodyPr>
          <a:lstStyle/>
          <a:p>
            <a:pPr marL="0" marR="0" lvl="0" indent="0" algn="l" rtl="0">
              <a:lnSpc>
                <a:spcPct val="100000"/>
              </a:lnSpc>
              <a:spcBef>
                <a:spcPts val="0"/>
              </a:spcBef>
              <a:spcAft>
                <a:spcPts val="0"/>
              </a:spcAft>
              <a:buClr>
                <a:srgbClr val="000000"/>
              </a:buClr>
              <a:buSzPts val="3500"/>
              <a:buFont typeface="Arial" panose="020B0604020202020204"/>
              <a:buNone/>
            </a:pPr>
            <a:r>
              <a:rPr lang="en-US" sz="3500" b="0" i="0" u="none" strike="noStrike" cap="none">
                <a:solidFill>
                  <a:schemeClr val="dk1"/>
                </a:solidFill>
                <a:latin typeface="Arial" panose="020B0604020202020204"/>
                <a:ea typeface="Arial" panose="020B0604020202020204"/>
                <a:cs typeface="Arial" panose="020B0604020202020204"/>
                <a:sym typeface="Arial" panose="020B0604020202020204"/>
              </a:rPr>
              <a:t>Training and Testing the Models</a:t>
            </a:r>
            <a:endParaRPr sz="3500" b="0" i="0" u="none" strike="noStrike" cap="none">
              <a:solidFill>
                <a:srgbClr val="000000"/>
              </a:solidFill>
              <a:latin typeface="Arial" panose="020B0604020202020204"/>
              <a:ea typeface="Arial" panose="020B0604020202020204"/>
              <a:cs typeface="Arial" panose="020B0604020202020204"/>
              <a:sym typeface="Arial" panose="020B0604020202020204"/>
            </a:endParaRPr>
          </a:p>
        </p:txBody>
      </p:sp>
      <p:sp>
        <p:nvSpPr>
          <p:cNvPr id="190" name="Google Shape;190;p26"/>
          <p:cNvSpPr txBox="1"/>
          <p:nvPr>
            <p:ph type="sldNum" idx="12"/>
          </p:nvPr>
        </p:nvSpPr>
        <p:spPr>
          <a:xfrm>
            <a:off x="11296611" y="6014423"/>
            <a:ext cx="731600" cy="524800"/>
          </a:xfrm>
          <a:prstGeom prst="rect">
            <a:avLst/>
          </a:prstGeom>
          <a:no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panose="020B0604020202020204"/>
              <a:buNone/>
            </a:pPr>
            <a:fld id="{00000000-1234-1234-1234-123412341234}" type="slidenum">
              <a:rPr lang="en-US"/>
            </a:fld>
            <a:endParaRPr lang="en-US"/>
          </a:p>
        </p:txBody>
      </p:sp>
      <p:sp>
        <p:nvSpPr>
          <p:cNvPr id="3" name="Text Box 2"/>
          <p:cNvSpPr txBox="1"/>
          <p:nvPr/>
        </p:nvSpPr>
        <p:spPr>
          <a:xfrm>
            <a:off x="263525" y="1557020"/>
            <a:ext cx="4495165" cy="4638675"/>
          </a:xfrm>
          <a:prstGeom prst="rect">
            <a:avLst/>
          </a:prstGeom>
          <a:noFill/>
        </p:spPr>
        <p:txBody>
          <a:bodyPr wrap="square" rtlCol="0">
            <a:noAutofit/>
          </a:bodyPr>
          <a:p>
            <a:r>
              <a:rPr lang="en-US" altLang="en-US"/>
              <a:t>for model in models:</a:t>
            </a:r>
            <a:endParaRPr lang="en-US" altLang="en-US"/>
          </a:p>
          <a:p>
            <a:r>
              <a:rPr lang="en-US" altLang="en-US"/>
              <a:t>    model.fit(X_res, y_res)</a:t>
            </a:r>
            <a:endParaRPr lang="en-US" altLang="en-US"/>
          </a:p>
          <a:p>
            <a:r>
              <a:rPr lang="en-US" altLang="en-US"/>
              <a:t>    </a:t>
            </a:r>
            <a:endParaRPr lang="en-US" altLang="en-US"/>
          </a:p>
          <a:p>
            <a:r>
              <a:rPr lang="en-US" altLang="en-US"/>
              <a:t>    name = model.__class__.__name__</a:t>
            </a:r>
            <a:endParaRPr lang="en-US" altLang="en-US"/>
          </a:p>
          <a:p>
            <a:r>
              <a:rPr lang="en-US" altLang="en-US"/>
              <a:t>    model_names.append(name)</a:t>
            </a:r>
            <a:endParaRPr lang="en-US" altLang="en-US"/>
          </a:p>
          <a:p>
            <a:r>
              <a:rPr lang="en-US" altLang="en-US"/>
              <a:t>    </a:t>
            </a:r>
            <a:endParaRPr lang="en-US" altLang="en-US"/>
          </a:p>
          <a:p>
            <a:r>
              <a:rPr lang="en-US" altLang="en-US"/>
              <a:t>    print(f'{model} : ')</a:t>
            </a:r>
            <a:endParaRPr lang="en-US" altLang="en-US"/>
          </a:p>
          <a:p>
            <a:endParaRPr lang="en-US" altLang="en-US"/>
          </a:p>
          <a:p>
            <a:r>
              <a:rPr lang="en-US" altLang="en-US"/>
              <a:t>    train_preds = model.predict_proba(X_res)[:, 1]</a:t>
            </a:r>
            <a:endParaRPr lang="en-US" altLang="en-US"/>
          </a:p>
          <a:p>
            <a:r>
              <a:rPr lang="en-US" altLang="en-US"/>
              <a:t>    train_score = ras(y_res, train_preds)</a:t>
            </a:r>
            <a:endParaRPr lang="en-US" altLang="en-US"/>
          </a:p>
          <a:p>
            <a:r>
              <a:rPr lang="en-US" altLang="en-US"/>
              <a:t>    train_scores.append(train_score)</a:t>
            </a:r>
            <a:endParaRPr lang="en-US" altLang="en-US"/>
          </a:p>
          <a:p>
            <a:r>
              <a:rPr lang="en-US" altLang="en-US"/>
              <a:t>    print('Training ROC-AUC : ', train_score)</a:t>
            </a:r>
            <a:endParaRPr lang="en-US" altLang="en-US"/>
          </a:p>
          <a:p>
            <a:endParaRPr lang="en-US" altLang="en-US"/>
          </a:p>
          <a:p>
            <a:r>
              <a:rPr lang="en-US" altLang="en-US"/>
              <a:t>    y_preds = model.predict_proba(X_te)[:, 1]</a:t>
            </a:r>
            <a:endParaRPr lang="en-US" altLang="en-US"/>
          </a:p>
          <a:p>
            <a:r>
              <a:rPr lang="en-US" altLang="en-US"/>
              <a:t>    val_score = ras(y_te, y_preds)</a:t>
            </a:r>
            <a:endParaRPr lang="en-US" altLang="en-US"/>
          </a:p>
          <a:p>
            <a:r>
              <a:rPr lang="en-US" altLang="en-US"/>
              <a:t>    val_scores.append(val_score)</a:t>
            </a:r>
            <a:endParaRPr lang="en-US" altLang="en-US"/>
          </a:p>
          <a:p>
            <a:r>
              <a:rPr lang="en-US" altLang="en-US"/>
              <a:t>    print('Validation ROC-AUC : ', val_score)</a:t>
            </a:r>
            <a:endParaRPr lang="en-US" altLang="en-US"/>
          </a:p>
          <a:p>
            <a:r>
              <a:rPr lang="en-US" altLang="en-US"/>
              <a:t>    print()</a:t>
            </a:r>
            <a:endParaRPr lang="en-US" altLang="en-US"/>
          </a:p>
        </p:txBody>
      </p:sp>
      <p:sp>
        <p:nvSpPr>
          <p:cNvPr id="2" name="Text Box 1"/>
          <p:cNvSpPr txBox="1"/>
          <p:nvPr/>
        </p:nvSpPr>
        <p:spPr>
          <a:xfrm>
            <a:off x="5763895" y="1700530"/>
            <a:ext cx="5119370" cy="4533265"/>
          </a:xfrm>
          <a:prstGeom prst="rect">
            <a:avLst/>
          </a:prstGeom>
          <a:noFill/>
        </p:spPr>
        <p:txBody>
          <a:bodyPr wrap="square" rtlCol="0">
            <a:noAutofit/>
          </a:bodyPr>
          <a:p>
            <a:r>
              <a:rPr lang="en-US" altLang="en-US"/>
              <a:t>LogisticRegression(max_iter=2000) : </a:t>
            </a:r>
            <a:endParaRPr lang="en-US" altLang="en-US"/>
          </a:p>
          <a:p>
            <a:r>
              <a:rPr lang="en-US" altLang="en-US"/>
              <a:t>Training ROC-AUC :  0.9868973625442602</a:t>
            </a:r>
            <a:endParaRPr lang="en-US" altLang="en-US"/>
          </a:p>
          <a:p>
            <a:r>
              <a:rPr lang="en-US" altLang="en-US"/>
              <a:t>Validation ROC-AUC :  0.9391848617176127</a:t>
            </a:r>
            <a:endParaRPr lang="en-US" altLang="en-US"/>
          </a:p>
          <a:p>
            <a:endParaRPr lang="en-US" altLang="en-US"/>
          </a:p>
          <a:p>
            <a:r>
              <a:rPr lang="en-US" altLang="en-US"/>
              <a:t>DecisionTreeClassifier(max_depth=7, random_state=42) : </a:t>
            </a:r>
            <a:endParaRPr lang="en-US" altLang="en-US"/>
          </a:p>
          <a:p>
            <a:r>
              <a:rPr lang="en-US" altLang="en-US"/>
              <a:t>Training ROC-AUC :  0.9946444514002739</a:t>
            </a:r>
            <a:endParaRPr lang="en-US" altLang="en-US"/>
          </a:p>
          <a:p>
            <a:r>
              <a:rPr lang="en-US" altLang="en-US"/>
              <a:t>Validation ROC-AUC :  0.829677341096555</a:t>
            </a:r>
            <a:endParaRPr lang="en-US" altLang="en-US"/>
          </a:p>
          <a:p>
            <a:endParaRPr lang="en-US" altLang="en-US"/>
          </a:p>
          <a:p>
            <a:r>
              <a:rPr lang="en-US" altLang="en-US"/>
              <a:t>RandomForestClassifier(criterion='entropy', n_estimators=7, random_state=7) : </a:t>
            </a:r>
            <a:endParaRPr lang="en-US" altLang="en-US"/>
          </a:p>
          <a:p>
            <a:r>
              <a:rPr lang="en-US" altLang="en-US"/>
              <a:t>Training ROC-AUC :  0.9999999888164477</a:t>
            </a:r>
            <a:endParaRPr lang="en-US" altLang="en-US"/>
          </a:p>
          <a:p>
            <a:r>
              <a:rPr lang="en-US" altLang="en-US"/>
              <a:t>Validation ROC-AUC :  0.973403687530325</a:t>
            </a:r>
            <a:endParaRPr lang="en-US" altLang="en-US"/>
          </a:p>
          <a:p>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95" name="Shape 195"/>
        <p:cNvGrpSpPr/>
        <p:nvPr/>
      </p:nvGrpSpPr>
      <p:grpSpPr>
        <a:xfrm>
          <a:off x="0" y="0"/>
          <a:ext cx="0" cy="0"/>
          <a:chOff x="0" y="0"/>
          <a:chExt cx="0" cy="0"/>
        </a:xfrm>
      </p:grpSpPr>
      <p:sp>
        <p:nvSpPr>
          <p:cNvPr id="196" name="Google Shape;196;p27"/>
          <p:cNvSpPr txBox="1"/>
          <p:nvPr/>
        </p:nvSpPr>
        <p:spPr>
          <a:xfrm>
            <a:off x="512164" y="384042"/>
            <a:ext cx="9247189" cy="769401"/>
          </a:xfrm>
          <a:prstGeom prst="rect">
            <a:avLst/>
          </a:prstGeom>
          <a:noFill/>
          <a:ln>
            <a:noFill/>
          </a:ln>
        </p:spPr>
        <p:txBody>
          <a:bodyPr spcFirstLastPara="1" wrap="square" lIns="121900" tIns="121900" rIns="121900" bIns="121900" anchor="t" anchorCtr="0">
            <a:spAutoFit/>
          </a:bodyPr>
          <a:lstStyle/>
          <a:p>
            <a:pPr marL="0" marR="0" lvl="0" indent="0" algn="l" rtl="0">
              <a:lnSpc>
                <a:spcPct val="100000"/>
              </a:lnSpc>
              <a:spcBef>
                <a:spcPts val="0"/>
              </a:spcBef>
              <a:spcAft>
                <a:spcPts val="0"/>
              </a:spcAft>
              <a:buClr>
                <a:srgbClr val="000000"/>
              </a:buClr>
              <a:buSzPts val="3400"/>
              <a:buFont typeface="Arial" panose="020B0604020202020204"/>
              <a:buNone/>
            </a:pPr>
            <a:r>
              <a:rPr lang="en-US" sz="3400" b="0" i="0" u="none" strike="noStrike" cap="none">
                <a:solidFill>
                  <a:srgbClr val="000000"/>
                </a:solidFill>
                <a:latin typeface="Montserrat" panose="00000500000000000000"/>
                <a:ea typeface="Montserrat" panose="00000500000000000000"/>
                <a:cs typeface="Montserrat" panose="00000500000000000000"/>
                <a:sym typeface="Montserrat" panose="00000500000000000000"/>
              </a:rPr>
              <a:t>Model Selection</a:t>
            </a:r>
            <a:endParaRPr sz="3400" b="0" i="1" u="none" strike="noStrike" cap="none">
              <a:solidFill>
                <a:srgbClr val="000000"/>
              </a:solidFill>
              <a:latin typeface="Montserrat" panose="00000500000000000000"/>
              <a:ea typeface="Montserrat" panose="00000500000000000000"/>
              <a:cs typeface="Montserrat" panose="00000500000000000000"/>
              <a:sym typeface="Montserrat" panose="00000500000000000000"/>
            </a:endParaRPr>
          </a:p>
        </p:txBody>
      </p:sp>
      <p:sp>
        <p:nvSpPr>
          <p:cNvPr id="197" name="Google Shape;197;p27"/>
          <p:cNvSpPr txBox="1"/>
          <p:nvPr/>
        </p:nvSpPr>
        <p:spPr>
          <a:xfrm>
            <a:off x="494740" y="1091150"/>
            <a:ext cx="11167800" cy="512400"/>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1400"/>
              <a:buFont typeface="Arial" panose="020B0604020202020204"/>
              <a:buNone/>
            </a:pPr>
            <a:endParaRPr sz="1400" b="0" i="0" u="none" strike="noStrike" cap="none">
              <a:solidFill>
                <a:srgbClr val="000000"/>
              </a:solidFill>
              <a:latin typeface="Arial" panose="020B0604020202020204"/>
              <a:ea typeface="Arial" panose="020B0604020202020204"/>
              <a:cs typeface="Arial" panose="020B0604020202020204"/>
              <a:sym typeface="Arial" panose="020B0604020202020204"/>
            </a:endParaRPr>
          </a:p>
          <a:p>
            <a:pPr marL="0" marR="0" lvl="0" indent="0" algn="l" rtl="0">
              <a:lnSpc>
                <a:spcPct val="100000"/>
              </a:lnSpc>
              <a:spcBef>
                <a:spcPts val="0"/>
              </a:spcBef>
              <a:spcAft>
                <a:spcPts val="0"/>
              </a:spcAft>
              <a:buClr>
                <a:srgbClr val="000000"/>
              </a:buClr>
              <a:buSzPts val="1330"/>
              <a:buFont typeface="Arial" panose="020B0604020202020204"/>
              <a:buNone/>
            </a:pPr>
            <a:endParaRPr sz="1330" b="0" i="0" u="sng" strike="noStrike" cap="none">
              <a:solidFill>
                <a:schemeClr val="dk1"/>
              </a:solidFill>
              <a:latin typeface="Montserrat" panose="00000500000000000000"/>
              <a:ea typeface="Montserrat" panose="00000500000000000000"/>
              <a:cs typeface="Montserrat" panose="00000500000000000000"/>
              <a:sym typeface="Montserrat" panose="00000500000000000000"/>
            </a:endParaRPr>
          </a:p>
        </p:txBody>
      </p:sp>
      <p:sp>
        <p:nvSpPr>
          <p:cNvPr id="198" name="Google Shape;198;p27"/>
          <p:cNvSpPr txBox="1"/>
          <p:nvPr>
            <p:ph type="sldNum" idx="12"/>
          </p:nvPr>
        </p:nvSpPr>
        <p:spPr>
          <a:xfrm>
            <a:off x="11296611" y="6014423"/>
            <a:ext cx="731600" cy="524800"/>
          </a:xfrm>
          <a:prstGeom prst="rect">
            <a:avLst/>
          </a:prstGeom>
          <a:no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panose="020B0604020202020204"/>
              <a:buNone/>
            </a:pPr>
            <a:fld id="{00000000-1234-1234-1234-123412341234}" type="slidenum">
              <a:rPr lang="en-US"/>
            </a:fld>
            <a:endParaRPr lang="en-US"/>
          </a:p>
        </p:txBody>
      </p:sp>
      <p:sp>
        <p:nvSpPr>
          <p:cNvPr id="200" name="Google Shape;200;p27"/>
          <p:cNvSpPr txBox="1"/>
          <p:nvPr/>
        </p:nvSpPr>
        <p:spPr>
          <a:xfrm>
            <a:off x="225425" y="1153160"/>
            <a:ext cx="11540490" cy="1089025"/>
          </a:xfrm>
          <a:prstGeom prst="rect">
            <a:avLst/>
          </a:prstGeom>
          <a:noFill/>
          <a:ln>
            <a:noFill/>
          </a:ln>
        </p:spPr>
        <p:txBody>
          <a:bodyPr spcFirstLastPara="1" wrap="square" lIns="91425" tIns="91425" rIns="91425" bIns="91425" anchor="t" anchorCtr="0">
            <a:noAutofit/>
          </a:bodyPr>
          <a:lstStyle/>
          <a:p>
            <a:pPr marL="0" marR="0" lvl="0" indent="0" algn="l" rtl="0">
              <a:lnSpc>
                <a:spcPct val="150000"/>
              </a:lnSpc>
              <a:spcBef>
                <a:spcPts val="0"/>
              </a:spcBef>
              <a:spcAft>
                <a:spcPts val="0"/>
              </a:spcAft>
              <a:buClr>
                <a:srgbClr val="000000"/>
              </a:buClr>
              <a:buSzPts val="1900"/>
              <a:buFont typeface="Arial" panose="020B0604020202020204"/>
              <a:buNone/>
            </a:pPr>
            <a:r>
              <a:rPr lang="en-US" altLang="en-US" sz="1800" b="0" i="0" u="none" strike="noStrike" cap="none">
                <a:solidFill>
                  <a:schemeClr val="dk1"/>
                </a:solidFill>
                <a:latin typeface="Montserrat" panose="00000500000000000000" charset="0"/>
                <a:ea typeface="Arial" panose="020B0604020202020204"/>
                <a:cs typeface="Montserrat" panose="00000500000000000000" charset="0"/>
                <a:sym typeface="Arial" panose="020B0604020202020204"/>
              </a:rPr>
              <a:t>ROC curve compares models by plotting true positive rate vs false positive rate; higher AUC indicates better fraud detection performance.</a:t>
            </a:r>
            <a:endParaRPr lang="en-US" altLang="en-US" sz="1800" b="0" i="0" u="none" strike="noStrike" cap="none">
              <a:solidFill>
                <a:schemeClr val="dk1"/>
              </a:solidFill>
              <a:latin typeface="Montserrat" panose="00000500000000000000" charset="0"/>
              <a:ea typeface="Arial" panose="020B0604020202020204"/>
              <a:cs typeface="Montserrat" panose="00000500000000000000" charset="0"/>
              <a:sym typeface="Arial" panose="020B0604020202020204"/>
            </a:endParaRPr>
          </a:p>
        </p:txBody>
      </p:sp>
      <p:pic>
        <p:nvPicPr>
          <p:cNvPr id="6" name="Picture 5"/>
          <p:cNvPicPr/>
          <p:nvPr/>
        </p:nvPicPr>
        <p:blipFill>
          <a:blip r:embed="rId1"/>
          <a:stretch>
            <a:fillRect/>
          </a:stretch>
        </p:blipFill>
        <p:spPr>
          <a:xfrm>
            <a:off x="623570" y="2204720"/>
            <a:ext cx="7527925" cy="4305935"/>
          </a:xfrm>
          <a:prstGeom prst="rect">
            <a:avLst/>
          </a:prstGeom>
        </p:spPr>
      </p:pic>
      <p:sp>
        <p:nvSpPr>
          <p:cNvPr id="2" name="Text Box 1"/>
          <p:cNvSpPr txBox="1"/>
          <p:nvPr/>
        </p:nvSpPr>
        <p:spPr>
          <a:xfrm>
            <a:off x="8616315" y="2493010"/>
            <a:ext cx="3474085" cy="935990"/>
          </a:xfrm>
          <a:prstGeom prst="rect">
            <a:avLst/>
          </a:prstGeom>
          <a:noFill/>
        </p:spPr>
        <p:txBody>
          <a:bodyPr wrap="square" rtlCol="0">
            <a:noAutofit/>
          </a:bodyPr>
          <a:p>
            <a:r>
              <a:rPr lang="en-US" altLang="en-US"/>
              <a:t>Receiver Operating Characteristic </a:t>
            </a:r>
            <a:endParaRPr lang="en-US" altLang="en-US"/>
          </a:p>
          <a:p>
            <a:r>
              <a:rPr lang="en-US" altLang="en-US"/>
              <a:t>Area Under the Curve</a:t>
            </a:r>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79" name="Shape 179"/>
        <p:cNvGrpSpPr/>
        <p:nvPr/>
      </p:nvGrpSpPr>
      <p:grpSpPr>
        <a:xfrm>
          <a:off x="0" y="0"/>
          <a:ext cx="0" cy="0"/>
          <a:chOff x="0" y="0"/>
          <a:chExt cx="0" cy="0"/>
        </a:xfrm>
      </p:grpSpPr>
      <p:sp>
        <p:nvSpPr>
          <p:cNvPr id="180" name="Google Shape;180;p25"/>
          <p:cNvSpPr txBox="1"/>
          <p:nvPr/>
        </p:nvSpPr>
        <p:spPr>
          <a:xfrm>
            <a:off x="92931" y="650711"/>
            <a:ext cx="12006000" cy="704215"/>
          </a:xfrm>
          <a:prstGeom prst="rect">
            <a:avLst/>
          </a:prstGeom>
          <a:noFill/>
          <a:ln>
            <a:noFill/>
          </a:ln>
        </p:spPr>
        <p:txBody>
          <a:bodyPr spcFirstLastPara="1" wrap="square" lIns="121900" tIns="121900" rIns="121900" bIns="121900" anchor="ctr" anchorCtr="0">
            <a:spAutoFit/>
          </a:bodyPr>
          <a:lstStyle/>
          <a:p>
            <a:pPr marL="0" marR="0" lvl="0" indent="0" algn="l" rtl="0">
              <a:lnSpc>
                <a:spcPct val="100000"/>
              </a:lnSpc>
              <a:spcBef>
                <a:spcPts val="0"/>
              </a:spcBef>
              <a:spcAft>
                <a:spcPts val="0"/>
              </a:spcAft>
              <a:buClr>
                <a:srgbClr val="000000"/>
              </a:buClr>
              <a:buSzPts val="3500"/>
              <a:buFont typeface="Arial" panose="020B0604020202020204"/>
              <a:buNone/>
            </a:pPr>
            <a:r>
              <a:rPr lang="en-US" sz="3000" b="0" i="0" u="none" strike="noStrike" cap="none">
                <a:solidFill>
                  <a:schemeClr val="dk1"/>
                </a:solidFill>
                <a:latin typeface="Montserrat" panose="00000500000000000000" charset="0"/>
                <a:ea typeface="Arial" panose="020B0604020202020204"/>
                <a:cs typeface="Montserrat" panose="00000500000000000000" charset="0"/>
                <a:sym typeface="Arial" panose="020B0604020202020204"/>
              </a:rPr>
              <a:t>Training and testing the models</a:t>
            </a:r>
            <a:endParaRPr lang="en-US" sz="3000" b="0" i="0" u="none" strike="noStrike" cap="none">
              <a:solidFill>
                <a:schemeClr val="dk1"/>
              </a:solidFill>
              <a:latin typeface="Montserrat" panose="00000500000000000000" charset="0"/>
              <a:ea typeface="Arial" panose="020B0604020202020204"/>
              <a:cs typeface="Montserrat" panose="00000500000000000000" charset="0"/>
              <a:sym typeface="Arial" panose="020B0604020202020204"/>
            </a:endParaRPr>
          </a:p>
        </p:txBody>
      </p:sp>
      <p:sp>
        <p:nvSpPr>
          <p:cNvPr id="181" name="Google Shape;181;p25"/>
          <p:cNvSpPr txBox="1"/>
          <p:nvPr>
            <p:ph type="sldNum" idx="12"/>
          </p:nvPr>
        </p:nvSpPr>
        <p:spPr>
          <a:xfrm>
            <a:off x="11296611" y="6014423"/>
            <a:ext cx="731600" cy="524800"/>
          </a:xfrm>
          <a:prstGeom prst="rect">
            <a:avLst/>
          </a:prstGeom>
          <a:no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panose="020B0604020202020204"/>
              <a:buNone/>
            </a:pPr>
            <a:fld id="{00000000-1234-1234-1234-123412341234}" type="slidenum">
              <a:rPr lang="en-US"/>
            </a:fld>
            <a:endParaRPr lang="en-US"/>
          </a:p>
        </p:txBody>
      </p:sp>
      <p:pic>
        <p:nvPicPr>
          <p:cNvPr id="3" name="Picture 2"/>
          <p:cNvPicPr/>
          <p:nvPr/>
        </p:nvPicPr>
        <p:blipFill>
          <a:blip r:embed="rId1"/>
          <a:stretch>
            <a:fillRect/>
          </a:stretch>
        </p:blipFill>
        <p:spPr>
          <a:xfrm>
            <a:off x="0" y="1701165"/>
            <a:ext cx="5073650" cy="3860165"/>
          </a:xfrm>
          <a:prstGeom prst="rect">
            <a:avLst/>
          </a:prstGeom>
        </p:spPr>
      </p:pic>
      <p:pic>
        <p:nvPicPr>
          <p:cNvPr id="2" name="Picture 1"/>
          <p:cNvPicPr/>
          <p:nvPr/>
        </p:nvPicPr>
        <p:blipFill>
          <a:blip r:embed="rId2"/>
          <a:stretch>
            <a:fillRect/>
          </a:stretch>
        </p:blipFill>
        <p:spPr>
          <a:xfrm>
            <a:off x="5951855" y="1879600"/>
            <a:ext cx="5031740" cy="3681095"/>
          </a:xfrm>
          <a:prstGeom prst="rect">
            <a:avLst/>
          </a:prstGeom>
        </p:spPr>
      </p:pic>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79" name="Shape 179"/>
        <p:cNvGrpSpPr/>
        <p:nvPr/>
      </p:nvGrpSpPr>
      <p:grpSpPr>
        <a:xfrm>
          <a:off x="0" y="0"/>
          <a:ext cx="0" cy="0"/>
          <a:chOff x="0" y="0"/>
          <a:chExt cx="0" cy="0"/>
        </a:xfrm>
      </p:grpSpPr>
      <p:sp>
        <p:nvSpPr>
          <p:cNvPr id="180" name="Google Shape;180;p25"/>
          <p:cNvSpPr txBox="1"/>
          <p:nvPr/>
        </p:nvSpPr>
        <p:spPr>
          <a:xfrm>
            <a:off x="92931" y="650711"/>
            <a:ext cx="12006000" cy="704215"/>
          </a:xfrm>
          <a:prstGeom prst="rect">
            <a:avLst/>
          </a:prstGeom>
          <a:noFill/>
          <a:ln>
            <a:noFill/>
          </a:ln>
        </p:spPr>
        <p:txBody>
          <a:bodyPr spcFirstLastPara="1" wrap="square" lIns="121900" tIns="121900" rIns="121900" bIns="121900" anchor="ctr" anchorCtr="0">
            <a:spAutoFit/>
          </a:bodyPr>
          <a:lstStyle/>
          <a:p>
            <a:pPr marL="0" marR="0" lvl="0" indent="0" algn="l" rtl="0">
              <a:lnSpc>
                <a:spcPct val="100000"/>
              </a:lnSpc>
              <a:spcBef>
                <a:spcPts val="0"/>
              </a:spcBef>
              <a:spcAft>
                <a:spcPts val="0"/>
              </a:spcAft>
              <a:buClr>
                <a:srgbClr val="000000"/>
              </a:buClr>
              <a:buSzPts val="3500"/>
              <a:buFont typeface="Arial" panose="020B0604020202020204"/>
              <a:buNone/>
            </a:pPr>
            <a:r>
              <a:rPr lang="en-US" sz="3000" b="0" i="0" u="none" strike="noStrike" cap="none">
                <a:solidFill>
                  <a:schemeClr val="dk1"/>
                </a:solidFill>
                <a:latin typeface="Montserrat" panose="00000500000000000000" charset="0"/>
                <a:ea typeface="Arial" panose="020B0604020202020204"/>
                <a:cs typeface="Montserrat" panose="00000500000000000000" charset="0"/>
                <a:sym typeface="Arial" panose="020B0604020202020204"/>
              </a:rPr>
              <a:t>Confusion Matrix</a:t>
            </a:r>
            <a:endParaRPr lang="en-US" sz="3000" b="0" i="0" u="none" strike="noStrike" cap="none">
              <a:solidFill>
                <a:schemeClr val="dk1"/>
              </a:solidFill>
              <a:latin typeface="Montserrat" panose="00000500000000000000" charset="0"/>
              <a:ea typeface="Arial" panose="020B0604020202020204"/>
              <a:cs typeface="Montserrat" panose="00000500000000000000" charset="0"/>
              <a:sym typeface="Arial" panose="020B0604020202020204"/>
            </a:endParaRPr>
          </a:p>
        </p:txBody>
      </p:sp>
      <p:sp>
        <p:nvSpPr>
          <p:cNvPr id="181" name="Google Shape;181;p25"/>
          <p:cNvSpPr txBox="1"/>
          <p:nvPr>
            <p:ph type="sldNum" idx="12"/>
          </p:nvPr>
        </p:nvSpPr>
        <p:spPr>
          <a:xfrm>
            <a:off x="11296611" y="6014423"/>
            <a:ext cx="731600" cy="524800"/>
          </a:xfrm>
          <a:prstGeom prst="rect">
            <a:avLst/>
          </a:prstGeom>
          <a:no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panose="020B0604020202020204"/>
              <a:buNone/>
            </a:pPr>
            <a:fld id="{00000000-1234-1234-1234-123412341234}" type="slidenum">
              <a:rPr lang="en-US"/>
            </a:fld>
            <a:endParaRPr lang="en-US"/>
          </a:p>
        </p:txBody>
      </p:sp>
      <p:pic>
        <p:nvPicPr>
          <p:cNvPr id="3" name="Picture 2"/>
          <p:cNvPicPr/>
          <p:nvPr/>
        </p:nvPicPr>
        <p:blipFill>
          <a:blip r:embed="rId1"/>
          <a:stretch>
            <a:fillRect/>
          </a:stretch>
        </p:blipFill>
        <p:spPr>
          <a:xfrm>
            <a:off x="1127887" y="1374902"/>
            <a:ext cx="4791456" cy="3968496"/>
          </a:xfrm>
          <a:prstGeom prst="rect">
            <a:avLst/>
          </a:prstGeom>
        </p:spPr>
      </p:pic>
      <p:sp>
        <p:nvSpPr>
          <p:cNvPr id="8" name="Text 5"/>
          <p:cNvSpPr/>
          <p:nvPr/>
        </p:nvSpPr>
        <p:spPr>
          <a:xfrm>
            <a:off x="7536180" y="908685"/>
            <a:ext cx="4023360" cy="320040"/>
          </a:xfrm>
          <a:prstGeom prst="rect">
            <a:avLst/>
          </a:prstGeom>
          <a:noFill/>
        </p:spPr>
        <p:txBody>
          <a:bodyPr wrap="square" rtlCol="0" anchor="ctr"/>
          <a:lstStyle/>
          <a:p>
            <a:pPr marL="0" indent="0">
              <a:buNone/>
            </a:pPr>
            <a:r>
              <a:rPr lang="en-US" b="1" dirty="0">
                <a:solidFill>
                  <a:srgbClr val="0D3B6E"/>
                </a:solidFill>
                <a:latin typeface="Montserrat" panose="00000500000000000000" charset="0"/>
                <a:ea typeface="Calibri" panose="020F0502020204030204" pitchFamily="34" charset="-122"/>
                <a:cs typeface="Montserrat" panose="00000500000000000000" charset="0"/>
              </a:rPr>
              <a:t>Interpreting Results:</a:t>
            </a:r>
            <a:endParaRPr lang="en-US" dirty="0">
              <a:latin typeface="Montserrat" panose="00000500000000000000" charset="0"/>
              <a:cs typeface="Montserrat" panose="00000500000000000000" charset="0"/>
            </a:endParaRPr>
          </a:p>
        </p:txBody>
      </p:sp>
      <p:sp>
        <p:nvSpPr>
          <p:cNvPr id="9" name="Shape 6"/>
          <p:cNvSpPr/>
          <p:nvPr>
            <p:custDataLst>
              <p:tags r:id="rId2"/>
            </p:custDataLst>
          </p:nvPr>
        </p:nvSpPr>
        <p:spPr>
          <a:xfrm>
            <a:off x="7536180" y="1320165"/>
            <a:ext cx="4540885" cy="731520"/>
          </a:xfrm>
          <a:prstGeom prst="rect">
            <a:avLst/>
          </a:prstGeom>
          <a:solidFill>
            <a:srgbClr val="FFFFFF"/>
          </a:solidFill>
          <a:ln w="12700">
            <a:solidFill>
              <a:srgbClr val="D0DFF0"/>
            </a:solidFill>
            <a:prstDash val="solid"/>
          </a:ln>
        </p:spPr>
      </p:sp>
      <p:sp>
        <p:nvSpPr>
          <p:cNvPr id="11" name="Text 8"/>
          <p:cNvSpPr/>
          <p:nvPr>
            <p:custDataLst>
              <p:tags r:id="rId3"/>
            </p:custDataLst>
          </p:nvPr>
        </p:nvSpPr>
        <p:spPr>
          <a:xfrm>
            <a:off x="7645908" y="1375029"/>
            <a:ext cx="2286000" cy="256032"/>
          </a:xfrm>
          <a:prstGeom prst="rect">
            <a:avLst/>
          </a:prstGeom>
          <a:noFill/>
        </p:spPr>
        <p:txBody>
          <a:bodyPr wrap="square" lIns="0" tIns="0" rIns="0" bIns="0" rtlCol="0" anchor="ctr"/>
          <a:lstStyle/>
          <a:p>
            <a:pPr marL="0" indent="0">
              <a:buNone/>
            </a:pPr>
            <a:r>
              <a:rPr lang="en-US" sz="1100" b="1" dirty="0">
                <a:solidFill>
                  <a:srgbClr val="0D3B6E"/>
                </a:solidFill>
                <a:latin typeface="Montserrat" panose="00000500000000000000" charset="0"/>
                <a:ea typeface="Calibri" panose="020F0502020204030204" pitchFamily="34" charset="-122"/>
                <a:cs typeface="Montserrat" panose="00000500000000000000" charset="0"/>
              </a:rPr>
              <a:t>True Negatives (TN)</a:t>
            </a:r>
            <a:endParaRPr lang="en-US" sz="1100" dirty="0">
              <a:latin typeface="Montserrat" panose="00000500000000000000" charset="0"/>
              <a:cs typeface="Montserrat" panose="00000500000000000000" charset="0"/>
            </a:endParaRPr>
          </a:p>
        </p:txBody>
      </p:sp>
      <p:sp>
        <p:nvSpPr>
          <p:cNvPr id="13" name="Text 10"/>
          <p:cNvSpPr/>
          <p:nvPr>
            <p:custDataLst>
              <p:tags r:id="rId4"/>
            </p:custDataLst>
          </p:nvPr>
        </p:nvSpPr>
        <p:spPr>
          <a:xfrm>
            <a:off x="7646035" y="1685925"/>
            <a:ext cx="4382135" cy="292735"/>
          </a:xfrm>
          <a:prstGeom prst="rect">
            <a:avLst/>
          </a:prstGeom>
          <a:noFill/>
        </p:spPr>
        <p:txBody>
          <a:bodyPr wrap="square" lIns="0" tIns="0" rIns="0" bIns="0" rtlCol="0" anchor="ctr"/>
          <a:lstStyle/>
          <a:p>
            <a:pPr marL="0" indent="0">
              <a:buNone/>
            </a:pPr>
            <a:r>
              <a:rPr lang="en-US" sz="1200" dirty="0">
                <a:solidFill>
                  <a:srgbClr val="4A6080"/>
                </a:solidFill>
                <a:latin typeface="Montserrat" panose="00000500000000000000" charset="0"/>
                <a:ea typeface="Calibri" panose="020F0502020204030204" pitchFamily="34" charset="-122"/>
                <a:cs typeface="Montserrat" panose="00000500000000000000" charset="0"/>
              </a:rPr>
              <a:t>Legitimate transactions correctly identified              </a:t>
            </a:r>
            <a:r>
              <a:rPr lang="en-US" sz="1200" b="1" dirty="0">
                <a:solidFill>
                  <a:srgbClr val="4A6080"/>
                </a:solidFill>
                <a:latin typeface="Montserrat" panose="00000500000000000000" charset="0"/>
                <a:ea typeface="Calibri" panose="020F0502020204030204" pitchFamily="34" charset="-122"/>
                <a:cs typeface="Montserrat" panose="00000500000000000000" charset="0"/>
              </a:rPr>
              <a:t>1e+04</a:t>
            </a:r>
            <a:endParaRPr lang="en-US" sz="1200" b="1" dirty="0">
              <a:solidFill>
                <a:srgbClr val="4A6080"/>
              </a:solidFill>
              <a:latin typeface="Montserrat" panose="00000500000000000000" charset="0"/>
              <a:ea typeface="Calibri" panose="020F0502020204030204" pitchFamily="34" charset="-122"/>
              <a:cs typeface="Montserrat" panose="00000500000000000000" charset="0"/>
            </a:endParaRPr>
          </a:p>
        </p:txBody>
      </p:sp>
      <p:sp>
        <p:nvSpPr>
          <p:cNvPr id="14" name="Shape 11"/>
          <p:cNvSpPr/>
          <p:nvPr>
            <p:custDataLst>
              <p:tags r:id="rId5"/>
            </p:custDataLst>
          </p:nvPr>
        </p:nvSpPr>
        <p:spPr>
          <a:xfrm>
            <a:off x="7536180" y="2143125"/>
            <a:ext cx="4540885" cy="731520"/>
          </a:xfrm>
          <a:prstGeom prst="rect">
            <a:avLst/>
          </a:prstGeom>
          <a:solidFill>
            <a:srgbClr val="FFFFFF"/>
          </a:solidFill>
          <a:ln w="12700">
            <a:solidFill>
              <a:srgbClr val="D0DFF0"/>
            </a:solidFill>
            <a:prstDash val="solid"/>
          </a:ln>
        </p:spPr>
      </p:sp>
      <p:sp>
        <p:nvSpPr>
          <p:cNvPr id="16" name="Text 13"/>
          <p:cNvSpPr/>
          <p:nvPr>
            <p:custDataLst>
              <p:tags r:id="rId6"/>
            </p:custDataLst>
          </p:nvPr>
        </p:nvSpPr>
        <p:spPr>
          <a:xfrm>
            <a:off x="7645908" y="2197989"/>
            <a:ext cx="2286000" cy="256032"/>
          </a:xfrm>
          <a:prstGeom prst="rect">
            <a:avLst/>
          </a:prstGeom>
          <a:noFill/>
        </p:spPr>
        <p:txBody>
          <a:bodyPr wrap="square" lIns="0" tIns="0" rIns="0" bIns="0" rtlCol="0" anchor="ctr"/>
          <a:lstStyle/>
          <a:p>
            <a:pPr marL="0" indent="0">
              <a:buNone/>
            </a:pPr>
            <a:r>
              <a:rPr lang="en-US" sz="1200" b="1" dirty="0">
                <a:solidFill>
                  <a:srgbClr val="0D3B6E"/>
                </a:solidFill>
                <a:latin typeface="Montserrat" panose="00000500000000000000" charset="0"/>
                <a:ea typeface="Calibri" panose="020F0502020204030204" pitchFamily="34" charset="-122"/>
                <a:cs typeface="Montserrat" panose="00000500000000000000" charset="0"/>
              </a:rPr>
              <a:t>False Positives (FP)</a:t>
            </a:r>
            <a:endParaRPr lang="en-US" sz="1200" dirty="0">
              <a:latin typeface="Montserrat" panose="00000500000000000000" charset="0"/>
              <a:cs typeface="Montserrat" panose="00000500000000000000" charset="0"/>
            </a:endParaRPr>
          </a:p>
        </p:txBody>
      </p:sp>
      <p:sp>
        <p:nvSpPr>
          <p:cNvPr id="18" name="Text 15"/>
          <p:cNvSpPr/>
          <p:nvPr>
            <p:custDataLst>
              <p:tags r:id="rId7"/>
            </p:custDataLst>
          </p:nvPr>
        </p:nvSpPr>
        <p:spPr>
          <a:xfrm>
            <a:off x="7646035" y="2508885"/>
            <a:ext cx="4453255" cy="292735"/>
          </a:xfrm>
          <a:prstGeom prst="rect">
            <a:avLst/>
          </a:prstGeom>
          <a:noFill/>
        </p:spPr>
        <p:txBody>
          <a:bodyPr wrap="square" lIns="0" tIns="0" rIns="0" bIns="0" rtlCol="0" anchor="ctr"/>
          <a:lstStyle/>
          <a:p>
            <a:pPr marL="0" indent="0">
              <a:buNone/>
            </a:pPr>
            <a:r>
              <a:rPr lang="en-US" sz="1200" dirty="0">
                <a:solidFill>
                  <a:srgbClr val="4A6080"/>
                </a:solidFill>
                <a:latin typeface="Montserrat" panose="00000500000000000000" charset="0"/>
                <a:ea typeface="Calibri" panose="020F0502020204030204" pitchFamily="34" charset="-122"/>
                <a:cs typeface="Montserrat" panose="00000500000000000000" charset="0"/>
              </a:rPr>
              <a:t>Legit flagged as fraud — minimal customer friction     </a:t>
            </a:r>
            <a:r>
              <a:rPr lang="en-US" sz="1200" b="1" dirty="0">
                <a:solidFill>
                  <a:srgbClr val="4A6080"/>
                </a:solidFill>
                <a:latin typeface="Montserrat" panose="00000500000000000000" charset="0"/>
                <a:ea typeface="Calibri" panose="020F0502020204030204" pitchFamily="34" charset="-122"/>
                <a:cs typeface="Montserrat" panose="00000500000000000000" charset="0"/>
              </a:rPr>
              <a:t>205</a:t>
            </a:r>
            <a:endParaRPr lang="en-US" sz="1200" b="1" dirty="0">
              <a:solidFill>
                <a:srgbClr val="4A6080"/>
              </a:solidFill>
              <a:latin typeface="Montserrat" panose="00000500000000000000" charset="0"/>
              <a:ea typeface="Calibri" panose="020F0502020204030204" pitchFamily="34" charset="-122"/>
              <a:cs typeface="Montserrat" panose="00000500000000000000" charset="0"/>
            </a:endParaRPr>
          </a:p>
        </p:txBody>
      </p:sp>
      <p:sp>
        <p:nvSpPr>
          <p:cNvPr id="19" name="Shape 16"/>
          <p:cNvSpPr/>
          <p:nvPr>
            <p:custDataLst>
              <p:tags r:id="rId8"/>
            </p:custDataLst>
          </p:nvPr>
        </p:nvSpPr>
        <p:spPr>
          <a:xfrm>
            <a:off x="7536180" y="2966085"/>
            <a:ext cx="4540885" cy="731520"/>
          </a:xfrm>
          <a:prstGeom prst="rect">
            <a:avLst/>
          </a:prstGeom>
          <a:solidFill>
            <a:srgbClr val="FFFFFF"/>
          </a:solidFill>
          <a:ln w="12700">
            <a:solidFill>
              <a:srgbClr val="D0DFF0"/>
            </a:solidFill>
            <a:prstDash val="solid"/>
          </a:ln>
        </p:spPr>
      </p:sp>
      <p:sp>
        <p:nvSpPr>
          <p:cNvPr id="21" name="Text 18"/>
          <p:cNvSpPr/>
          <p:nvPr>
            <p:custDataLst>
              <p:tags r:id="rId9"/>
            </p:custDataLst>
          </p:nvPr>
        </p:nvSpPr>
        <p:spPr>
          <a:xfrm>
            <a:off x="7645908" y="3020949"/>
            <a:ext cx="2286000" cy="256032"/>
          </a:xfrm>
          <a:prstGeom prst="rect">
            <a:avLst/>
          </a:prstGeom>
          <a:noFill/>
        </p:spPr>
        <p:txBody>
          <a:bodyPr wrap="square" lIns="0" tIns="0" rIns="0" bIns="0" rtlCol="0" anchor="ctr"/>
          <a:lstStyle/>
          <a:p>
            <a:pPr marL="0" indent="0">
              <a:buNone/>
            </a:pPr>
            <a:r>
              <a:rPr lang="en-US" sz="1200" b="1" dirty="0">
                <a:solidFill>
                  <a:srgbClr val="0D3B6E"/>
                </a:solidFill>
                <a:latin typeface="Montserrat" panose="00000500000000000000" charset="0"/>
                <a:ea typeface="Calibri" panose="020F0502020204030204" pitchFamily="34" charset="-122"/>
                <a:cs typeface="Montserrat" panose="00000500000000000000" charset="0"/>
              </a:rPr>
              <a:t>False Negatives (FN)</a:t>
            </a:r>
            <a:endParaRPr lang="en-US" sz="1200" dirty="0">
              <a:latin typeface="Montserrat" panose="00000500000000000000" charset="0"/>
              <a:cs typeface="Montserrat" panose="00000500000000000000" charset="0"/>
            </a:endParaRPr>
          </a:p>
        </p:txBody>
      </p:sp>
      <p:sp>
        <p:nvSpPr>
          <p:cNvPr id="23" name="Text 20"/>
          <p:cNvSpPr/>
          <p:nvPr>
            <p:custDataLst>
              <p:tags r:id="rId10"/>
            </p:custDataLst>
          </p:nvPr>
        </p:nvSpPr>
        <p:spPr>
          <a:xfrm>
            <a:off x="7646035" y="3331845"/>
            <a:ext cx="4390390" cy="292735"/>
          </a:xfrm>
          <a:prstGeom prst="rect">
            <a:avLst/>
          </a:prstGeom>
          <a:noFill/>
        </p:spPr>
        <p:txBody>
          <a:bodyPr wrap="square" lIns="0" tIns="0" rIns="0" bIns="0" rtlCol="0" anchor="ctr"/>
          <a:lstStyle/>
          <a:p>
            <a:pPr marL="0" indent="0">
              <a:buNone/>
            </a:pPr>
            <a:r>
              <a:rPr lang="en-US" sz="1200" dirty="0">
                <a:solidFill>
                  <a:srgbClr val="4A6080"/>
                </a:solidFill>
                <a:latin typeface="Montserrat" panose="00000500000000000000" charset="0"/>
                <a:ea typeface="Calibri" panose="020F0502020204030204" pitchFamily="34" charset="-122"/>
                <a:cs typeface="Montserrat" panose="00000500000000000000" charset="0"/>
              </a:rPr>
              <a:t>Fraud missed — direct financial loss risk                   </a:t>
            </a:r>
            <a:r>
              <a:rPr lang="en-US" sz="1200" b="1" dirty="0">
                <a:solidFill>
                  <a:srgbClr val="4A6080"/>
                </a:solidFill>
                <a:latin typeface="Montserrat" panose="00000500000000000000" charset="0"/>
                <a:ea typeface="Calibri" panose="020F0502020204030204" pitchFamily="34" charset="-122"/>
                <a:cs typeface="Montserrat" panose="00000500000000000000" charset="0"/>
              </a:rPr>
              <a:t>5</a:t>
            </a:r>
            <a:endParaRPr lang="en-US" sz="1200" b="1" dirty="0">
              <a:solidFill>
                <a:srgbClr val="4A6080"/>
              </a:solidFill>
              <a:latin typeface="Montserrat" panose="00000500000000000000" charset="0"/>
              <a:ea typeface="Calibri" panose="020F0502020204030204" pitchFamily="34" charset="-122"/>
              <a:cs typeface="Montserrat" panose="00000500000000000000" charset="0"/>
            </a:endParaRPr>
          </a:p>
        </p:txBody>
      </p:sp>
      <p:sp>
        <p:nvSpPr>
          <p:cNvPr id="24" name="Shape 21"/>
          <p:cNvSpPr/>
          <p:nvPr>
            <p:custDataLst>
              <p:tags r:id="rId11"/>
            </p:custDataLst>
          </p:nvPr>
        </p:nvSpPr>
        <p:spPr>
          <a:xfrm>
            <a:off x="7536180" y="3679190"/>
            <a:ext cx="4540885" cy="731520"/>
          </a:xfrm>
          <a:prstGeom prst="rect">
            <a:avLst/>
          </a:prstGeom>
          <a:solidFill>
            <a:srgbClr val="FFFFFF"/>
          </a:solidFill>
          <a:ln w="12700">
            <a:solidFill>
              <a:srgbClr val="D0DFF0"/>
            </a:solidFill>
            <a:prstDash val="solid"/>
          </a:ln>
        </p:spPr>
      </p:sp>
      <p:sp>
        <p:nvSpPr>
          <p:cNvPr id="26" name="Text 23"/>
          <p:cNvSpPr/>
          <p:nvPr>
            <p:custDataLst>
              <p:tags r:id="rId12"/>
            </p:custDataLst>
          </p:nvPr>
        </p:nvSpPr>
        <p:spPr>
          <a:xfrm>
            <a:off x="7646035" y="3843655"/>
            <a:ext cx="4319905" cy="255905"/>
          </a:xfrm>
          <a:prstGeom prst="rect">
            <a:avLst/>
          </a:prstGeom>
          <a:noFill/>
        </p:spPr>
        <p:txBody>
          <a:bodyPr wrap="square" lIns="0" tIns="0" rIns="0" bIns="0" rtlCol="0" anchor="ctr"/>
          <a:lstStyle/>
          <a:p>
            <a:pPr marL="0" indent="0">
              <a:buNone/>
            </a:pPr>
            <a:r>
              <a:rPr lang="en-US" sz="1200" b="1" dirty="0">
                <a:solidFill>
                  <a:srgbClr val="0D3B6E"/>
                </a:solidFill>
                <a:latin typeface="Montserrat" panose="00000500000000000000" charset="0"/>
                <a:ea typeface="Calibri" panose="020F0502020204030204" pitchFamily="34" charset="-122"/>
                <a:cs typeface="Montserrat" panose="00000500000000000000" charset="0"/>
              </a:rPr>
              <a:t>True Positives (TP)</a:t>
            </a:r>
            <a:endParaRPr lang="en-US" sz="1200" dirty="0">
              <a:latin typeface="Montserrat" panose="00000500000000000000" charset="0"/>
              <a:cs typeface="Montserrat" panose="00000500000000000000" charset="0"/>
            </a:endParaRPr>
          </a:p>
        </p:txBody>
      </p:sp>
      <p:sp>
        <p:nvSpPr>
          <p:cNvPr id="28" name="Text 25"/>
          <p:cNvSpPr/>
          <p:nvPr>
            <p:custDataLst>
              <p:tags r:id="rId13"/>
            </p:custDataLst>
          </p:nvPr>
        </p:nvSpPr>
        <p:spPr>
          <a:xfrm>
            <a:off x="7673340" y="4017645"/>
            <a:ext cx="4404360" cy="292735"/>
          </a:xfrm>
          <a:prstGeom prst="rect">
            <a:avLst/>
          </a:prstGeom>
          <a:noFill/>
        </p:spPr>
        <p:txBody>
          <a:bodyPr wrap="square" lIns="0" tIns="0" rIns="0" bIns="0" rtlCol="0" anchor="ctr"/>
          <a:lstStyle/>
          <a:p>
            <a:pPr marL="0" indent="0">
              <a:buNone/>
            </a:pPr>
            <a:r>
              <a:rPr lang="en-US" sz="1000" dirty="0">
                <a:solidFill>
                  <a:srgbClr val="4A6080"/>
                </a:solidFill>
                <a:latin typeface="Montserrat" panose="00000500000000000000" charset="0"/>
                <a:ea typeface="Calibri" panose="020F0502020204030204" pitchFamily="34" charset="-122"/>
                <a:cs typeface="Montserrat" panose="00000500000000000000" charset="0"/>
              </a:rPr>
              <a:t>Fraud correctly caught by the model                                            </a:t>
            </a:r>
            <a:r>
              <a:rPr lang="en-US" sz="1000" b="1" dirty="0">
                <a:solidFill>
                  <a:srgbClr val="4A6080"/>
                </a:solidFill>
                <a:latin typeface="Montserrat" panose="00000500000000000000" charset="0"/>
                <a:ea typeface="Calibri" panose="020F0502020204030204" pitchFamily="34" charset="-122"/>
                <a:cs typeface="Montserrat" panose="00000500000000000000" charset="0"/>
              </a:rPr>
              <a:t>15</a:t>
            </a:r>
            <a:endParaRPr lang="en-US" sz="1000" b="1" dirty="0">
              <a:solidFill>
                <a:srgbClr val="4A6080"/>
              </a:solidFill>
              <a:latin typeface="Montserrat" panose="00000500000000000000" charset="0"/>
              <a:ea typeface="Calibri" panose="020F0502020204030204" pitchFamily="34" charset="-122"/>
              <a:cs typeface="Montserrat" panose="00000500000000000000" charset="0"/>
            </a:endParaRPr>
          </a:p>
        </p:txBody>
      </p:sp>
      <p:sp>
        <p:nvSpPr>
          <p:cNvPr id="4" name="Text Box 3"/>
          <p:cNvSpPr txBox="1"/>
          <p:nvPr/>
        </p:nvSpPr>
        <p:spPr>
          <a:xfrm>
            <a:off x="92710" y="1873250"/>
            <a:ext cx="1172845" cy="241935"/>
          </a:xfrm>
          <a:prstGeom prst="rect">
            <a:avLst/>
          </a:prstGeom>
          <a:noFill/>
        </p:spPr>
        <p:txBody>
          <a:bodyPr wrap="square" rtlCol="0" anchor="t">
            <a:noAutofit/>
          </a:bodyPr>
          <a:p>
            <a:r>
              <a:rPr lang="en-US" sz="1200" b="1" dirty="0">
                <a:solidFill>
                  <a:srgbClr val="4A6080"/>
                </a:solidFill>
                <a:latin typeface="Montserrat" panose="00000500000000000000" charset="0"/>
                <a:ea typeface="Calibri" panose="020F0502020204030204" pitchFamily="34" charset="-122"/>
                <a:cs typeface="Montserrat" panose="00000500000000000000" charset="0"/>
                <a:sym typeface="+mn-ea"/>
              </a:rPr>
              <a:t>Actual Legit   </a:t>
            </a:r>
            <a:endParaRPr lang="en-US" sz="1200" b="1" dirty="0">
              <a:solidFill>
                <a:srgbClr val="4A6080"/>
              </a:solidFill>
              <a:latin typeface="Montserrat" panose="00000500000000000000" charset="0"/>
              <a:ea typeface="Calibri" panose="020F0502020204030204" pitchFamily="34" charset="-122"/>
              <a:cs typeface="Montserrat" panose="00000500000000000000" charset="0"/>
              <a:sym typeface="+mn-ea"/>
            </a:endParaRPr>
          </a:p>
        </p:txBody>
      </p:sp>
      <p:sp>
        <p:nvSpPr>
          <p:cNvPr id="5" name="Text Box 4"/>
          <p:cNvSpPr txBox="1"/>
          <p:nvPr/>
        </p:nvSpPr>
        <p:spPr>
          <a:xfrm>
            <a:off x="119380" y="3789045"/>
            <a:ext cx="1187450" cy="254635"/>
          </a:xfrm>
          <a:prstGeom prst="rect">
            <a:avLst/>
          </a:prstGeom>
          <a:noFill/>
        </p:spPr>
        <p:txBody>
          <a:bodyPr wrap="square" rtlCol="0" anchor="t">
            <a:noAutofit/>
          </a:bodyPr>
          <a:p>
            <a:r>
              <a:rPr lang="en-US" sz="1200" b="1" dirty="0">
                <a:solidFill>
                  <a:srgbClr val="4A6080"/>
                </a:solidFill>
                <a:latin typeface="Montserrat" panose="00000500000000000000" charset="0"/>
                <a:ea typeface="Calibri" panose="020F0502020204030204" pitchFamily="34" charset="-122"/>
                <a:cs typeface="Montserrat" panose="00000500000000000000" charset="0"/>
                <a:sym typeface="+mn-ea"/>
              </a:rPr>
              <a:t>Actual Fraud</a:t>
            </a:r>
            <a:endParaRPr lang="en-US" sz="1200" b="1" dirty="0">
              <a:solidFill>
                <a:srgbClr val="4A6080"/>
              </a:solidFill>
              <a:latin typeface="Montserrat" panose="00000500000000000000" charset="0"/>
              <a:ea typeface="Calibri" panose="020F0502020204030204" pitchFamily="34" charset="-122"/>
              <a:cs typeface="Montserrat" panose="00000500000000000000" charset="0"/>
              <a:sym typeface="+mn-ea"/>
            </a:endParaRPr>
          </a:p>
          <a:p>
            <a:endParaRPr lang="en-US" sz="1200" b="1" dirty="0">
              <a:solidFill>
                <a:srgbClr val="4A6080"/>
              </a:solidFill>
              <a:latin typeface="Montserrat" panose="00000500000000000000" charset="0"/>
              <a:ea typeface="Calibri" panose="020F0502020204030204" pitchFamily="34" charset="-122"/>
              <a:cs typeface="Montserrat" panose="00000500000000000000" charset="0"/>
              <a:sym typeface="+mn-ea"/>
            </a:endParaRPr>
          </a:p>
        </p:txBody>
      </p:sp>
      <p:sp>
        <p:nvSpPr>
          <p:cNvPr id="6" name="Text Box 5"/>
          <p:cNvSpPr txBox="1"/>
          <p:nvPr/>
        </p:nvSpPr>
        <p:spPr>
          <a:xfrm>
            <a:off x="3575685" y="5301615"/>
            <a:ext cx="1598930" cy="275590"/>
          </a:xfrm>
          <a:prstGeom prst="rect">
            <a:avLst/>
          </a:prstGeom>
          <a:noFill/>
        </p:spPr>
        <p:txBody>
          <a:bodyPr wrap="square" rtlCol="0" anchor="t">
            <a:spAutoFit/>
          </a:bodyPr>
          <a:p>
            <a:r>
              <a:rPr lang="en-US" sz="1200" b="1" dirty="0">
                <a:solidFill>
                  <a:srgbClr val="4A6080"/>
                </a:solidFill>
                <a:latin typeface="Montserrat" panose="00000500000000000000" charset="0"/>
                <a:ea typeface="Calibri" panose="020F0502020204030204" pitchFamily="34" charset="-122"/>
                <a:cs typeface="Montserrat" panose="00000500000000000000" charset="0"/>
                <a:sym typeface="+mn-ea"/>
              </a:rPr>
              <a:t>Predicted Fraud</a:t>
            </a:r>
            <a:endParaRPr lang="en-US" sz="1200" b="1" dirty="0">
              <a:solidFill>
                <a:srgbClr val="4A6080"/>
              </a:solidFill>
              <a:latin typeface="Montserrat" panose="00000500000000000000" charset="0"/>
              <a:ea typeface="Calibri" panose="020F0502020204030204" pitchFamily="34" charset="-122"/>
              <a:cs typeface="Montserrat" panose="00000500000000000000" charset="0"/>
              <a:sym typeface="+mn-ea"/>
            </a:endParaRPr>
          </a:p>
        </p:txBody>
      </p:sp>
      <p:sp>
        <p:nvSpPr>
          <p:cNvPr id="7" name="Text Box 6"/>
          <p:cNvSpPr txBox="1"/>
          <p:nvPr/>
        </p:nvSpPr>
        <p:spPr>
          <a:xfrm>
            <a:off x="1775460" y="5301615"/>
            <a:ext cx="1604645" cy="275590"/>
          </a:xfrm>
          <a:prstGeom prst="rect">
            <a:avLst/>
          </a:prstGeom>
          <a:noFill/>
        </p:spPr>
        <p:txBody>
          <a:bodyPr wrap="square" rtlCol="0" anchor="t">
            <a:spAutoFit/>
          </a:bodyPr>
          <a:p>
            <a:r>
              <a:rPr lang="en-US" sz="1200" b="1" dirty="0">
                <a:solidFill>
                  <a:srgbClr val="4A6080"/>
                </a:solidFill>
                <a:latin typeface="Montserrat" panose="00000500000000000000" charset="0"/>
                <a:ea typeface="Calibri" panose="020F0502020204030204" pitchFamily="34" charset="-122"/>
                <a:cs typeface="Montserrat" panose="00000500000000000000" charset="0"/>
                <a:sym typeface="+mn-ea"/>
              </a:rPr>
              <a:t>Predicted Legit</a:t>
            </a:r>
            <a:endParaRPr lang="en-US" sz="1200" b="1" dirty="0">
              <a:solidFill>
                <a:srgbClr val="4A6080"/>
              </a:solidFill>
              <a:latin typeface="Montserrat" panose="00000500000000000000" charset="0"/>
              <a:ea typeface="Calibri" panose="020F0502020204030204" pitchFamily="34" charset="-122"/>
              <a:cs typeface="Montserrat" panose="00000500000000000000" charset="0"/>
              <a:sym typeface="+mn-ea"/>
            </a:endParaRPr>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204" name="Shape 204"/>
        <p:cNvGrpSpPr/>
        <p:nvPr/>
      </p:nvGrpSpPr>
      <p:grpSpPr>
        <a:xfrm>
          <a:off x="0" y="0"/>
          <a:ext cx="0" cy="0"/>
          <a:chOff x="0" y="0"/>
          <a:chExt cx="0" cy="0"/>
        </a:xfrm>
      </p:grpSpPr>
      <p:sp>
        <p:nvSpPr>
          <p:cNvPr id="205" name="Google Shape;205;p28"/>
          <p:cNvSpPr txBox="1"/>
          <p:nvPr/>
        </p:nvSpPr>
        <p:spPr>
          <a:xfrm>
            <a:off x="512164" y="384042"/>
            <a:ext cx="9247200" cy="769500"/>
          </a:xfrm>
          <a:prstGeom prst="rect">
            <a:avLst/>
          </a:prstGeom>
          <a:noFill/>
          <a:ln>
            <a:noFill/>
          </a:ln>
        </p:spPr>
        <p:txBody>
          <a:bodyPr spcFirstLastPara="1" wrap="square" lIns="121900" tIns="121900" rIns="121900" bIns="121900" anchor="t" anchorCtr="0">
            <a:spAutoFit/>
          </a:bodyPr>
          <a:lstStyle/>
          <a:p>
            <a:pPr marL="0" marR="0" lvl="0" indent="0" algn="l" rtl="0">
              <a:lnSpc>
                <a:spcPct val="100000"/>
              </a:lnSpc>
              <a:spcBef>
                <a:spcPts val="0"/>
              </a:spcBef>
              <a:spcAft>
                <a:spcPts val="0"/>
              </a:spcAft>
              <a:buClr>
                <a:srgbClr val="000000"/>
              </a:buClr>
              <a:buSzPts val="3400"/>
              <a:buFont typeface="Arial" panose="020B0604020202020204"/>
              <a:buNone/>
            </a:pPr>
            <a:r>
              <a:rPr lang="en-US" sz="3400" b="0" i="0" u="none" strike="noStrike" cap="none">
                <a:solidFill>
                  <a:srgbClr val="000000"/>
                </a:solidFill>
                <a:latin typeface="Montserrat" panose="00000500000000000000"/>
                <a:ea typeface="Montserrat" panose="00000500000000000000"/>
                <a:cs typeface="Montserrat" panose="00000500000000000000"/>
                <a:sym typeface="Montserrat" panose="00000500000000000000"/>
              </a:rPr>
              <a:t>Hyperparameter Tuning</a:t>
            </a:r>
            <a:endParaRPr sz="3400" b="0" i="1" u="none" strike="noStrike" cap="none">
              <a:solidFill>
                <a:srgbClr val="000000"/>
              </a:solidFill>
              <a:latin typeface="Montserrat" panose="00000500000000000000"/>
              <a:ea typeface="Montserrat" panose="00000500000000000000"/>
              <a:cs typeface="Montserrat" panose="00000500000000000000"/>
              <a:sym typeface="Montserrat" panose="00000500000000000000"/>
            </a:endParaRPr>
          </a:p>
        </p:txBody>
      </p:sp>
      <p:sp>
        <p:nvSpPr>
          <p:cNvPr id="206" name="Google Shape;206;p28"/>
          <p:cNvSpPr txBox="1"/>
          <p:nvPr/>
        </p:nvSpPr>
        <p:spPr>
          <a:xfrm>
            <a:off x="494740" y="1091150"/>
            <a:ext cx="11167800" cy="512400"/>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1400"/>
              <a:buFont typeface="Arial" panose="020B0604020202020204"/>
              <a:buNone/>
            </a:pPr>
            <a:endParaRPr sz="1400" b="0" i="0" u="none" strike="noStrike" cap="none">
              <a:solidFill>
                <a:srgbClr val="000000"/>
              </a:solidFill>
              <a:latin typeface="Arial" panose="020B0604020202020204"/>
              <a:ea typeface="Arial" panose="020B0604020202020204"/>
              <a:cs typeface="Arial" panose="020B0604020202020204"/>
              <a:sym typeface="Arial" panose="020B0604020202020204"/>
            </a:endParaRPr>
          </a:p>
          <a:p>
            <a:pPr marL="0" marR="0" lvl="0" indent="0" algn="l" rtl="0">
              <a:lnSpc>
                <a:spcPct val="100000"/>
              </a:lnSpc>
              <a:spcBef>
                <a:spcPts val="0"/>
              </a:spcBef>
              <a:spcAft>
                <a:spcPts val="0"/>
              </a:spcAft>
              <a:buClr>
                <a:srgbClr val="000000"/>
              </a:buClr>
              <a:buSzPts val="1330"/>
              <a:buFont typeface="Arial" panose="020B0604020202020204"/>
              <a:buNone/>
            </a:pPr>
            <a:endParaRPr sz="1330" b="0" i="0" u="sng" strike="noStrike" cap="none">
              <a:solidFill>
                <a:schemeClr val="dk1"/>
              </a:solidFill>
              <a:latin typeface="Montserrat" panose="00000500000000000000"/>
              <a:ea typeface="Montserrat" panose="00000500000000000000"/>
              <a:cs typeface="Montserrat" panose="00000500000000000000"/>
              <a:sym typeface="Montserrat" panose="00000500000000000000"/>
            </a:endParaRPr>
          </a:p>
        </p:txBody>
      </p:sp>
      <p:sp>
        <p:nvSpPr>
          <p:cNvPr id="207" name="Google Shape;207;p28"/>
          <p:cNvSpPr txBox="1"/>
          <p:nvPr>
            <p:ph type="sldNum" idx="12"/>
          </p:nvPr>
        </p:nvSpPr>
        <p:spPr>
          <a:xfrm>
            <a:off x="11296611" y="6014423"/>
            <a:ext cx="731700" cy="524700"/>
          </a:xfrm>
          <a:prstGeom prst="rect">
            <a:avLst/>
          </a:prstGeom>
          <a:no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panose="020B0604020202020204"/>
              <a:buNone/>
            </a:pPr>
            <a:fld id="{00000000-1234-1234-1234-123412341234}" type="slidenum">
              <a:rPr lang="en-US"/>
            </a:fld>
            <a:endParaRPr lang="en-US"/>
          </a:p>
        </p:txBody>
      </p:sp>
      <p:sp>
        <p:nvSpPr>
          <p:cNvPr id="208" name="Google Shape;208;p28"/>
          <p:cNvSpPr txBox="1"/>
          <p:nvPr/>
        </p:nvSpPr>
        <p:spPr>
          <a:xfrm>
            <a:off x="225425" y="1169670"/>
            <a:ext cx="11540490" cy="947420"/>
          </a:xfrm>
          <a:prstGeom prst="rect">
            <a:avLst/>
          </a:prstGeom>
          <a:noFill/>
          <a:ln>
            <a:noFill/>
          </a:ln>
        </p:spPr>
        <p:txBody>
          <a:bodyPr spcFirstLastPara="1" wrap="square" lIns="91425" tIns="91425" rIns="91425" bIns="91425" anchor="t" anchorCtr="0">
            <a:noAutofit/>
          </a:bodyPr>
          <a:lstStyle/>
          <a:p>
            <a:pPr marL="0" indent="0">
              <a:buNone/>
            </a:pPr>
            <a:r>
              <a:rPr lang="en-US" sz="1800">
                <a:solidFill>
                  <a:schemeClr val="dk1"/>
                </a:solidFill>
                <a:latin typeface="Montserrat" panose="00000500000000000000" charset="0"/>
                <a:cs typeface="Montserrat" panose="00000500000000000000" charset="0"/>
              </a:rPr>
              <a:t>Random Forest </a:t>
            </a:r>
            <a:r>
              <a:rPr lang="en-US" sz="1800">
                <a:solidFill>
                  <a:schemeClr val="dk1"/>
                </a:solidFill>
                <a:latin typeface="Montserrat" panose="00000500000000000000" charset="0"/>
                <a:cs typeface="Montserrat" panose="00000500000000000000" charset="0"/>
                <a:sym typeface="+mn-ea"/>
              </a:rPr>
              <a:t>parameters tuned using GridSearchCV (3-fold, AUC-ROC scoring) on the SMOTE-balanced PaySim training data to maximize fraud detection performance.</a:t>
            </a:r>
            <a:endParaRPr lang="en-US" sz="1800" b="0" i="0" u="none" strike="noStrike" cap="none">
              <a:solidFill>
                <a:schemeClr val="dk1"/>
              </a:solidFill>
              <a:latin typeface="Montserrat" panose="00000500000000000000" charset="0"/>
              <a:ea typeface="Arial" panose="020B0604020202020204"/>
              <a:cs typeface="Montserrat" panose="00000500000000000000" charset="0"/>
              <a:sym typeface="Arial" panose="020B0604020202020204"/>
            </a:endParaRPr>
          </a:p>
        </p:txBody>
      </p:sp>
      <p:sp>
        <p:nvSpPr>
          <p:cNvPr id="2" name="Text Box 1"/>
          <p:cNvSpPr txBox="1"/>
          <p:nvPr/>
        </p:nvSpPr>
        <p:spPr>
          <a:xfrm>
            <a:off x="335280" y="2421255"/>
            <a:ext cx="5259705" cy="4364355"/>
          </a:xfrm>
          <a:prstGeom prst="rect">
            <a:avLst/>
          </a:prstGeom>
        </p:spPr>
        <p:txBody>
          <a:bodyPr>
            <a:noAutofit/>
          </a:bodyPr>
          <a:p>
            <a:pPr algn="l">
              <a:lnSpc>
                <a:spcPct val="150000"/>
              </a:lnSpc>
              <a:buSzPts val="1900"/>
            </a:pPr>
            <a:r>
              <a:rPr lang="en-US" b="0">
                <a:solidFill>
                  <a:schemeClr val="dk1"/>
                </a:solidFill>
                <a:latin typeface="Montserrat" panose="00000500000000000000" charset="0"/>
                <a:cs typeface="Montserrat" panose="00000500000000000000" charset="0"/>
              </a:rPr>
              <a:t>rf_params = {</a:t>
            </a:r>
            <a:endParaRPr lang="en-US" b="0">
              <a:solidFill>
                <a:schemeClr val="dk1"/>
              </a:solidFill>
              <a:latin typeface="Montserrat" panose="00000500000000000000" charset="0"/>
              <a:cs typeface="Montserrat" panose="00000500000000000000" charset="0"/>
            </a:endParaRPr>
          </a:p>
          <a:p>
            <a:pPr algn="l">
              <a:lnSpc>
                <a:spcPct val="150000"/>
              </a:lnSpc>
              <a:buSzPts val="1900"/>
            </a:pPr>
            <a:r>
              <a:rPr lang="en-US" b="0">
                <a:solidFill>
                  <a:schemeClr val="dk1"/>
                </a:solidFill>
                <a:latin typeface="Montserrat" panose="00000500000000000000" charset="0"/>
                <a:cs typeface="Montserrat" panose="00000500000000000000" charset="0"/>
              </a:rPr>
              <a:t>    'n_estimators': [50, 100],</a:t>
            </a:r>
            <a:endParaRPr lang="en-US" b="0">
              <a:solidFill>
                <a:schemeClr val="dk1"/>
              </a:solidFill>
              <a:latin typeface="Montserrat" panose="00000500000000000000" charset="0"/>
              <a:cs typeface="Montserrat" panose="00000500000000000000" charset="0"/>
            </a:endParaRPr>
          </a:p>
          <a:p>
            <a:pPr algn="l">
              <a:lnSpc>
                <a:spcPct val="150000"/>
              </a:lnSpc>
              <a:buSzPts val="1900"/>
            </a:pPr>
            <a:r>
              <a:rPr lang="en-US" b="0">
                <a:solidFill>
                  <a:schemeClr val="dk1"/>
                </a:solidFill>
                <a:latin typeface="Montserrat" panose="00000500000000000000" charset="0"/>
                <a:cs typeface="Montserrat" panose="00000500000000000000" charset="0"/>
              </a:rPr>
              <a:t>    'max_depth': [5, 10, None],</a:t>
            </a:r>
            <a:endParaRPr lang="en-US" b="0">
              <a:solidFill>
                <a:schemeClr val="dk1"/>
              </a:solidFill>
              <a:latin typeface="Montserrat" panose="00000500000000000000" charset="0"/>
              <a:cs typeface="Montserrat" panose="00000500000000000000" charset="0"/>
            </a:endParaRPr>
          </a:p>
          <a:p>
            <a:pPr algn="l">
              <a:lnSpc>
                <a:spcPct val="150000"/>
              </a:lnSpc>
              <a:buSzPts val="1900"/>
            </a:pPr>
            <a:r>
              <a:rPr lang="en-US" b="0">
                <a:solidFill>
                  <a:schemeClr val="dk1"/>
                </a:solidFill>
                <a:latin typeface="Montserrat" panose="00000500000000000000" charset="0"/>
                <a:cs typeface="Montserrat" panose="00000500000000000000" charset="0"/>
              </a:rPr>
              <a:t>    'min_samples_split': [2, 5],</a:t>
            </a:r>
            <a:endParaRPr lang="en-US" b="0">
              <a:solidFill>
                <a:schemeClr val="dk1"/>
              </a:solidFill>
              <a:latin typeface="Montserrat" panose="00000500000000000000" charset="0"/>
              <a:cs typeface="Montserrat" panose="00000500000000000000" charset="0"/>
            </a:endParaRPr>
          </a:p>
          <a:p>
            <a:pPr algn="l">
              <a:lnSpc>
                <a:spcPct val="150000"/>
              </a:lnSpc>
              <a:buSzPts val="1900"/>
            </a:pPr>
            <a:r>
              <a:rPr lang="en-US" b="0">
                <a:solidFill>
                  <a:schemeClr val="dk1"/>
                </a:solidFill>
                <a:latin typeface="Montserrat" panose="00000500000000000000" charset="0"/>
                <a:cs typeface="Montserrat" panose="00000500000000000000" charset="0"/>
              </a:rPr>
              <a:t>    'criterion': ['gini', 'entropy']</a:t>
            </a:r>
            <a:endParaRPr lang="en-US" b="0">
              <a:solidFill>
                <a:schemeClr val="dk1"/>
              </a:solidFill>
              <a:latin typeface="Montserrat" panose="00000500000000000000" charset="0"/>
              <a:cs typeface="Montserrat" panose="00000500000000000000" charset="0"/>
            </a:endParaRPr>
          </a:p>
          <a:p>
            <a:pPr algn="l">
              <a:lnSpc>
                <a:spcPct val="150000"/>
              </a:lnSpc>
              <a:buSzPts val="1900"/>
            </a:pPr>
            <a:r>
              <a:rPr lang="en-US" b="0">
                <a:solidFill>
                  <a:schemeClr val="dk1"/>
                </a:solidFill>
                <a:latin typeface="Montserrat" panose="00000500000000000000" charset="0"/>
                <a:cs typeface="Montserrat" panose="00000500000000000000" charset="0"/>
              </a:rPr>
              <a:t>}</a:t>
            </a:r>
            <a:endParaRPr lang="en-US" b="0">
              <a:solidFill>
                <a:schemeClr val="dk1"/>
              </a:solidFill>
              <a:latin typeface="Montserrat" panose="00000500000000000000" charset="0"/>
              <a:cs typeface="Montserrat" panose="00000500000000000000" charset="0"/>
            </a:endParaRPr>
          </a:p>
          <a:p>
            <a:pPr algn="l">
              <a:lnSpc>
                <a:spcPct val="150000"/>
              </a:lnSpc>
              <a:buSzPts val="1900"/>
            </a:pPr>
            <a:r>
              <a:rPr lang="en-US" b="0">
                <a:solidFill>
                  <a:schemeClr val="dk1"/>
                </a:solidFill>
                <a:latin typeface="Montserrat" panose="00000500000000000000" charset="0"/>
                <a:cs typeface="Montserrat" panose="00000500000000000000" charset="0"/>
              </a:rPr>
              <a:t>rf_grid = GridSearchCV(</a:t>
            </a:r>
            <a:endParaRPr lang="en-US" b="0">
              <a:solidFill>
                <a:schemeClr val="dk1"/>
              </a:solidFill>
              <a:latin typeface="Montserrat" panose="00000500000000000000" charset="0"/>
              <a:cs typeface="Montserrat" panose="00000500000000000000" charset="0"/>
            </a:endParaRPr>
          </a:p>
          <a:p>
            <a:pPr algn="l">
              <a:lnSpc>
                <a:spcPct val="150000"/>
              </a:lnSpc>
              <a:buSzPts val="1900"/>
            </a:pPr>
            <a:r>
              <a:rPr lang="en-US" b="0">
                <a:solidFill>
                  <a:schemeClr val="dk1"/>
                </a:solidFill>
                <a:latin typeface="Montserrat" panose="00000500000000000000" charset="0"/>
                <a:cs typeface="Montserrat" panose="00000500000000000000" charset="0"/>
              </a:rPr>
              <a:t>    RandomForestClassifier(random_state=42),</a:t>
            </a:r>
            <a:endParaRPr lang="en-US" b="0">
              <a:solidFill>
                <a:schemeClr val="dk1"/>
              </a:solidFill>
              <a:latin typeface="Montserrat" panose="00000500000000000000" charset="0"/>
              <a:cs typeface="Montserrat" panose="00000500000000000000" charset="0"/>
            </a:endParaRPr>
          </a:p>
          <a:p>
            <a:pPr algn="l">
              <a:lnSpc>
                <a:spcPct val="150000"/>
              </a:lnSpc>
              <a:buSzPts val="1900"/>
            </a:pPr>
            <a:r>
              <a:rPr lang="en-US" b="0">
                <a:solidFill>
                  <a:schemeClr val="dk1"/>
                </a:solidFill>
                <a:latin typeface="Montserrat" panose="00000500000000000000" charset="0"/>
                <a:cs typeface="Montserrat" panose="00000500000000000000" charset="0"/>
              </a:rPr>
              <a:t>    param_grid=rf_params,</a:t>
            </a:r>
            <a:endParaRPr lang="en-US" b="0">
              <a:solidFill>
                <a:schemeClr val="dk1"/>
              </a:solidFill>
              <a:latin typeface="Montserrat" panose="00000500000000000000" charset="0"/>
              <a:cs typeface="Montserrat" panose="00000500000000000000" charset="0"/>
            </a:endParaRPr>
          </a:p>
          <a:p>
            <a:pPr algn="l">
              <a:lnSpc>
                <a:spcPct val="150000"/>
              </a:lnSpc>
              <a:buSzPts val="1900"/>
            </a:pPr>
            <a:r>
              <a:rPr lang="en-US" b="0">
                <a:solidFill>
                  <a:schemeClr val="dk1"/>
                </a:solidFill>
                <a:latin typeface="Montserrat" panose="00000500000000000000" charset="0"/>
                <a:cs typeface="Montserrat" panose="00000500000000000000" charset="0"/>
              </a:rPr>
              <a:t>    cv=3,</a:t>
            </a:r>
            <a:endParaRPr lang="en-US" b="0">
              <a:solidFill>
                <a:schemeClr val="dk1"/>
              </a:solidFill>
              <a:latin typeface="Montserrat" panose="00000500000000000000" charset="0"/>
              <a:cs typeface="Montserrat" panose="00000500000000000000" charset="0"/>
            </a:endParaRPr>
          </a:p>
          <a:p>
            <a:pPr algn="l">
              <a:lnSpc>
                <a:spcPct val="150000"/>
              </a:lnSpc>
              <a:buSzPts val="1900"/>
            </a:pPr>
            <a:r>
              <a:rPr lang="en-US" b="0">
                <a:solidFill>
                  <a:schemeClr val="dk1"/>
                </a:solidFill>
                <a:latin typeface="Montserrat" panose="00000500000000000000" charset="0"/>
                <a:cs typeface="Montserrat" panose="00000500000000000000" charset="0"/>
              </a:rPr>
              <a:t>    scoring='roc_auc',</a:t>
            </a:r>
            <a:endParaRPr lang="en-US" b="0">
              <a:solidFill>
                <a:schemeClr val="dk1"/>
              </a:solidFill>
              <a:latin typeface="Montserrat" panose="00000500000000000000" charset="0"/>
              <a:cs typeface="Montserrat" panose="00000500000000000000" charset="0"/>
            </a:endParaRPr>
          </a:p>
          <a:p>
            <a:pPr algn="l">
              <a:lnSpc>
                <a:spcPct val="150000"/>
              </a:lnSpc>
              <a:buSzPts val="1900"/>
            </a:pPr>
            <a:r>
              <a:rPr lang="en-US" b="0">
                <a:solidFill>
                  <a:schemeClr val="dk1"/>
                </a:solidFill>
                <a:latin typeface="Montserrat" panose="00000500000000000000" charset="0"/>
                <a:cs typeface="Montserrat" panose="00000500000000000000" charset="0"/>
              </a:rPr>
              <a:t>    n_jobs=-1</a:t>
            </a:r>
            <a:endParaRPr lang="en-US" b="0">
              <a:solidFill>
                <a:schemeClr val="dk1"/>
              </a:solidFill>
              <a:latin typeface="Montserrat" panose="00000500000000000000" charset="0"/>
              <a:cs typeface="Montserrat" panose="00000500000000000000" charset="0"/>
            </a:endParaRPr>
          </a:p>
          <a:p>
            <a:pPr algn="l">
              <a:lnSpc>
                <a:spcPct val="150000"/>
              </a:lnSpc>
              <a:buSzPts val="1900"/>
            </a:pPr>
            <a:r>
              <a:rPr lang="en-US" b="0">
                <a:solidFill>
                  <a:schemeClr val="dk1"/>
                </a:solidFill>
                <a:latin typeface="Montserrat" panose="00000500000000000000" charset="0"/>
                <a:cs typeface="Montserrat" panose="00000500000000000000" charset="0"/>
              </a:rPr>
              <a:t>)</a:t>
            </a:r>
            <a:endParaRPr lang="en-US" sz="1900" b="0">
              <a:solidFill>
                <a:schemeClr val="dk1"/>
              </a:solidFill>
            </a:endParaRPr>
          </a:p>
          <a:p>
            <a:pPr algn="l">
              <a:lnSpc>
                <a:spcPct val="150000"/>
              </a:lnSpc>
              <a:buSzPts val="1900"/>
            </a:pPr>
            <a:endParaRPr lang="en-US" b="0">
              <a:solidFill>
                <a:schemeClr val="dk1"/>
              </a:solidFill>
              <a:latin typeface="Montserrat" panose="00000500000000000000" charset="0"/>
              <a:cs typeface="Montserrat" panose="00000500000000000000" charset="0"/>
            </a:endParaRPr>
          </a:p>
          <a:p>
            <a:pPr algn="l">
              <a:lnSpc>
                <a:spcPct val="150000"/>
              </a:lnSpc>
              <a:buSzPts val="1900"/>
            </a:pPr>
            <a:endParaRPr lang="en-US" b="0">
              <a:solidFill>
                <a:schemeClr val="dk1"/>
              </a:solidFill>
              <a:latin typeface="Montserrat" panose="00000500000000000000" charset="0"/>
              <a:cs typeface="Montserrat" panose="00000500000000000000" charset="0"/>
            </a:endParaRPr>
          </a:p>
        </p:txBody>
      </p:sp>
      <p:sp>
        <p:nvSpPr>
          <p:cNvPr id="3" name="Text Box 2"/>
          <p:cNvSpPr txBox="1"/>
          <p:nvPr/>
        </p:nvSpPr>
        <p:spPr>
          <a:xfrm>
            <a:off x="5663565" y="2276475"/>
            <a:ext cx="6096000" cy="4387850"/>
          </a:xfrm>
          <a:prstGeom prst="rect">
            <a:avLst/>
          </a:prstGeom>
          <a:noFill/>
        </p:spPr>
        <p:txBody>
          <a:bodyPr wrap="square" rtlCol="0" anchor="t">
            <a:noAutofit/>
          </a:bodyPr>
          <a:p>
            <a:pPr algn="l">
              <a:lnSpc>
                <a:spcPct val="150000"/>
              </a:lnSpc>
              <a:buSzPts val="1900"/>
            </a:pPr>
            <a:r>
              <a:rPr lang="en-US">
                <a:solidFill>
                  <a:schemeClr val="dk1"/>
                </a:solidFill>
                <a:latin typeface="Montserrat" panose="00000500000000000000" charset="0"/>
                <a:cs typeface="Montserrat" panose="00000500000000000000" charset="0"/>
                <a:sym typeface="+mn-ea"/>
              </a:rPr>
              <a:t>rf_grid.fit(X_res, y_res)</a:t>
            </a:r>
            <a:endParaRPr lang="en-US" b="0">
              <a:solidFill>
                <a:schemeClr val="dk1"/>
              </a:solidFill>
              <a:latin typeface="Montserrat" panose="00000500000000000000" charset="0"/>
              <a:cs typeface="Montserrat" panose="00000500000000000000" charset="0"/>
            </a:endParaRPr>
          </a:p>
          <a:p>
            <a:pPr algn="l">
              <a:lnSpc>
                <a:spcPct val="150000"/>
              </a:lnSpc>
              <a:buSzPts val="1900"/>
            </a:pPr>
            <a:endParaRPr lang="en-US" b="0">
              <a:solidFill>
                <a:schemeClr val="dk1"/>
              </a:solidFill>
              <a:latin typeface="Montserrat" panose="00000500000000000000" charset="0"/>
              <a:cs typeface="Montserrat" panose="00000500000000000000" charset="0"/>
            </a:endParaRPr>
          </a:p>
          <a:p>
            <a:pPr algn="l">
              <a:lnSpc>
                <a:spcPct val="150000"/>
              </a:lnSpc>
              <a:buSzPts val="1900"/>
            </a:pPr>
            <a:r>
              <a:rPr lang="en-US">
                <a:solidFill>
                  <a:schemeClr val="dk1"/>
                </a:solidFill>
                <a:latin typeface="Montserrat" panose="00000500000000000000" charset="0"/>
                <a:cs typeface="Montserrat" panose="00000500000000000000" charset="0"/>
                <a:sym typeface="+mn-ea"/>
              </a:rPr>
              <a:t>print("Best Random Forest Params:", rf_grid.best_params_)</a:t>
            </a:r>
            <a:endParaRPr lang="en-US" b="0">
              <a:solidFill>
                <a:schemeClr val="dk1"/>
              </a:solidFill>
              <a:latin typeface="Montserrat" panose="00000500000000000000" charset="0"/>
              <a:cs typeface="Montserrat" panose="00000500000000000000" charset="0"/>
            </a:endParaRPr>
          </a:p>
          <a:p>
            <a:pPr algn="l">
              <a:lnSpc>
                <a:spcPct val="150000"/>
              </a:lnSpc>
              <a:buSzPts val="1900"/>
            </a:pPr>
            <a:r>
              <a:rPr lang="en-US">
                <a:solidFill>
                  <a:schemeClr val="dk1"/>
                </a:solidFill>
                <a:latin typeface="Montserrat" panose="00000500000000000000" charset="0"/>
                <a:cs typeface="Montserrat" panose="00000500000000000000" charset="0"/>
                <a:sym typeface="+mn-ea"/>
              </a:rPr>
              <a:t>print("Best Score:", rf_grid.best_score_)</a:t>
            </a:r>
            <a:br>
              <a:rPr lang="en-US">
                <a:solidFill>
                  <a:schemeClr val="dk1"/>
                </a:solidFill>
                <a:latin typeface="Montserrat" panose="00000500000000000000" charset="0"/>
                <a:cs typeface="Montserrat" panose="00000500000000000000" charset="0"/>
                <a:sym typeface="+mn-ea"/>
              </a:rPr>
            </a:br>
            <a:endParaRPr lang="en-US">
              <a:solidFill>
                <a:schemeClr val="dk1"/>
              </a:solidFill>
              <a:latin typeface="Montserrat" panose="00000500000000000000" charset="0"/>
              <a:cs typeface="Montserrat" panose="00000500000000000000" charset="0"/>
              <a:sym typeface="+mn-ea"/>
            </a:endParaRPr>
          </a:p>
          <a:p>
            <a:pPr algn="l">
              <a:lnSpc>
                <a:spcPct val="150000"/>
              </a:lnSpc>
              <a:buSzPts val="1900"/>
            </a:pPr>
            <a:r>
              <a:rPr lang="en-US" b="1">
                <a:solidFill>
                  <a:schemeClr val="dk1"/>
                </a:solidFill>
                <a:latin typeface="Montserrat" panose="00000500000000000000" charset="0"/>
                <a:cs typeface="Montserrat" panose="00000500000000000000" charset="0"/>
                <a:sym typeface="+mn-ea"/>
              </a:rPr>
              <a:t>Result :</a:t>
            </a:r>
            <a:endParaRPr lang="en-US" b="1">
              <a:solidFill>
                <a:schemeClr val="dk1"/>
              </a:solidFill>
              <a:latin typeface="Montserrat" panose="00000500000000000000" charset="0"/>
              <a:cs typeface="Montserrat" panose="00000500000000000000" charset="0"/>
              <a:sym typeface="+mn-ea"/>
            </a:endParaRPr>
          </a:p>
          <a:p>
            <a:pPr algn="l">
              <a:lnSpc>
                <a:spcPct val="150000"/>
              </a:lnSpc>
              <a:buSzPts val="1900"/>
            </a:pPr>
            <a:endParaRPr lang="en-US" b="1">
              <a:solidFill>
                <a:schemeClr val="dk1"/>
              </a:solidFill>
              <a:latin typeface="Montserrat" panose="00000500000000000000" charset="0"/>
              <a:cs typeface="Montserrat" panose="00000500000000000000" charset="0"/>
              <a:sym typeface="+mn-ea"/>
            </a:endParaRPr>
          </a:p>
          <a:p>
            <a:pPr algn="l">
              <a:lnSpc>
                <a:spcPct val="150000"/>
              </a:lnSpc>
              <a:buSzPts val="1900"/>
            </a:pPr>
            <a:r>
              <a:rPr lang="en-US" altLang="en-US">
                <a:solidFill>
                  <a:schemeClr val="dk1"/>
                </a:solidFill>
                <a:latin typeface="Montserrat" panose="00000500000000000000" charset="0"/>
                <a:cs typeface="Montserrat" panose="00000500000000000000" charset="0"/>
                <a:sym typeface="+mn-ea"/>
              </a:rPr>
              <a:t>Best Random Forest Params: {'criterion': 'entropy', 'max_depth': None, 'min_samples_split': 5, 'n_estimators': 50}</a:t>
            </a:r>
            <a:endParaRPr lang="en-US" altLang="en-US">
              <a:solidFill>
                <a:schemeClr val="dk1"/>
              </a:solidFill>
              <a:latin typeface="Montserrat" panose="00000500000000000000" charset="0"/>
              <a:cs typeface="Montserrat" panose="00000500000000000000" charset="0"/>
              <a:sym typeface="+mn-ea"/>
            </a:endParaRPr>
          </a:p>
          <a:p>
            <a:pPr algn="l">
              <a:lnSpc>
                <a:spcPct val="150000"/>
              </a:lnSpc>
              <a:buSzPts val="1900"/>
            </a:pPr>
            <a:r>
              <a:rPr lang="en-US" altLang="en-US">
                <a:solidFill>
                  <a:schemeClr val="dk1"/>
                </a:solidFill>
                <a:latin typeface="Montserrat" panose="00000500000000000000" charset="0"/>
                <a:cs typeface="Montserrat" panose="00000500000000000000" charset="0"/>
                <a:sym typeface="+mn-ea"/>
              </a:rPr>
              <a:t>Best Score: 0.9999957064196611</a:t>
            </a:r>
            <a:endParaRPr lang="en-US" altLang="en-US">
              <a:solidFill>
                <a:schemeClr val="dk1"/>
              </a:solidFill>
              <a:latin typeface="Montserrat" panose="00000500000000000000" charset="0"/>
              <a:cs typeface="Montserrat" panose="00000500000000000000" charset="0"/>
              <a:sym typeface="+mn-ea"/>
            </a:endParaRPr>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213" name="Shape 213"/>
        <p:cNvGrpSpPr/>
        <p:nvPr/>
      </p:nvGrpSpPr>
      <p:grpSpPr>
        <a:xfrm>
          <a:off x="0" y="0"/>
          <a:ext cx="0" cy="0"/>
          <a:chOff x="0" y="0"/>
          <a:chExt cx="0" cy="0"/>
        </a:xfrm>
      </p:grpSpPr>
      <p:sp>
        <p:nvSpPr>
          <p:cNvPr id="214" name="Google Shape;214;p29"/>
          <p:cNvSpPr txBox="1"/>
          <p:nvPr/>
        </p:nvSpPr>
        <p:spPr>
          <a:xfrm>
            <a:off x="512164" y="384042"/>
            <a:ext cx="9247200" cy="769500"/>
          </a:xfrm>
          <a:prstGeom prst="rect">
            <a:avLst/>
          </a:prstGeom>
          <a:noFill/>
          <a:ln>
            <a:noFill/>
          </a:ln>
        </p:spPr>
        <p:txBody>
          <a:bodyPr spcFirstLastPara="1" wrap="square" lIns="121900" tIns="121900" rIns="121900" bIns="121900" anchor="t" anchorCtr="0">
            <a:spAutoFit/>
          </a:bodyPr>
          <a:lstStyle/>
          <a:p>
            <a:pPr marL="0" marR="0" lvl="0" indent="0" algn="l" rtl="0">
              <a:lnSpc>
                <a:spcPct val="100000"/>
              </a:lnSpc>
              <a:spcBef>
                <a:spcPts val="0"/>
              </a:spcBef>
              <a:spcAft>
                <a:spcPts val="0"/>
              </a:spcAft>
              <a:buClr>
                <a:srgbClr val="000000"/>
              </a:buClr>
              <a:buSzPts val="3400"/>
              <a:buFont typeface="Arial" panose="020B0604020202020204"/>
              <a:buNone/>
            </a:pPr>
            <a:r>
              <a:rPr lang="en-US" sz="3400">
                <a:latin typeface="Montserrat" panose="00000500000000000000"/>
                <a:ea typeface="Montserrat" panose="00000500000000000000"/>
                <a:cs typeface="Montserrat" panose="00000500000000000000"/>
                <a:sym typeface="Montserrat" panose="00000500000000000000"/>
              </a:rPr>
              <a:t>Feature Importance</a:t>
            </a:r>
            <a:endParaRPr sz="3400" b="0" i="1" u="none" strike="noStrike" cap="none">
              <a:solidFill>
                <a:srgbClr val="000000"/>
              </a:solidFill>
              <a:latin typeface="Montserrat" panose="00000500000000000000"/>
              <a:ea typeface="Montserrat" panose="00000500000000000000"/>
              <a:cs typeface="Montserrat" panose="00000500000000000000"/>
              <a:sym typeface="Montserrat" panose="00000500000000000000"/>
            </a:endParaRPr>
          </a:p>
        </p:txBody>
      </p:sp>
      <p:sp>
        <p:nvSpPr>
          <p:cNvPr id="215" name="Google Shape;215;p29"/>
          <p:cNvSpPr txBox="1"/>
          <p:nvPr/>
        </p:nvSpPr>
        <p:spPr>
          <a:xfrm>
            <a:off x="494740" y="1091150"/>
            <a:ext cx="11167800" cy="512400"/>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1400"/>
              <a:buFont typeface="Arial" panose="020B0604020202020204"/>
              <a:buNone/>
            </a:pPr>
            <a:endParaRPr sz="1400" b="0" i="0" u="none" strike="noStrike" cap="none">
              <a:solidFill>
                <a:srgbClr val="000000"/>
              </a:solidFill>
              <a:latin typeface="Arial" panose="020B0604020202020204"/>
              <a:ea typeface="Arial" panose="020B0604020202020204"/>
              <a:cs typeface="Arial" panose="020B0604020202020204"/>
              <a:sym typeface="Arial" panose="020B0604020202020204"/>
            </a:endParaRPr>
          </a:p>
          <a:p>
            <a:pPr marL="0" marR="0" lvl="0" indent="0" algn="l" rtl="0">
              <a:lnSpc>
                <a:spcPct val="100000"/>
              </a:lnSpc>
              <a:spcBef>
                <a:spcPts val="0"/>
              </a:spcBef>
              <a:spcAft>
                <a:spcPts val="0"/>
              </a:spcAft>
              <a:buClr>
                <a:srgbClr val="000000"/>
              </a:buClr>
              <a:buSzPts val="1330"/>
              <a:buFont typeface="Arial" panose="020B0604020202020204"/>
              <a:buNone/>
            </a:pPr>
            <a:endParaRPr sz="1330" b="0" i="0" u="sng" strike="noStrike" cap="none">
              <a:solidFill>
                <a:schemeClr val="dk1"/>
              </a:solidFill>
              <a:latin typeface="Montserrat" panose="00000500000000000000"/>
              <a:ea typeface="Montserrat" panose="00000500000000000000"/>
              <a:cs typeface="Montserrat" panose="00000500000000000000"/>
              <a:sym typeface="Montserrat" panose="00000500000000000000"/>
            </a:endParaRPr>
          </a:p>
        </p:txBody>
      </p:sp>
      <p:sp>
        <p:nvSpPr>
          <p:cNvPr id="216" name="Google Shape;216;p29"/>
          <p:cNvSpPr txBox="1"/>
          <p:nvPr>
            <p:ph type="sldNum" idx="12"/>
          </p:nvPr>
        </p:nvSpPr>
        <p:spPr>
          <a:xfrm>
            <a:off x="11296611" y="6014423"/>
            <a:ext cx="731700" cy="524700"/>
          </a:xfrm>
          <a:prstGeom prst="rect">
            <a:avLst/>
          </a:prstGeom>
          <a:no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panose="020B0604020202020204"/>
              <a:buNone/>
            </a:pPr>
            <a:fld id="{00000000-1234-1234-1234-123412341234}" type="slidenum">
              <a:rPr lang="en-US"/>
            </a:fld>
            <a:endParaRPr lang="en-US"/>
          </a:p>
        </p:txBody>
      </p:sp>
      <p:sp>
        <p:nvSpPr>
          <p:cNvPr id="217" name="Google Shape;217;p29"/>
          <p:cNvSpPr txBox="1"/>
          <p:nvPr/>
        </p:nvSpPr>
        <p:spPr>
          <a:xfrm>
            <a:off x="225200" y="1347525"/>
            <a:ext cx="11540700" cy="769500"/>
          </a:xfrm>
          <a:prstGeom prst="rect">
            <a:avLst/>
          </a:prstGeom>
          <a:noFill/>
          <a:ln>
            <a:noFill/>
          </a:ln>
        </p:spPr>
        <p:txBody>
          <a:bodyPr spcFirstLastPara="1" wrap="square" lIns="91425" tIns="91425" rIns="91425" bIns="91425" anchor="t" anchorCtr="0">
            <a:noAutofit/>
          </a:bodyPr>
          <a:lstStyle/>
          <a:p>
            <a:pPr marL="0" marR="0" lvl="0" indent="0" algn="l" rtl="0">
              <a:lnSpc>
                <a:spcPct val="150000"/>
              </a:lnSpc>
              <a:spcBef>
                <a:spcPts val="0"/>
              </a:spcBef>
              <a:spcAft>
                <a:spcPts val="0"/>
              </a:spcAft>
              <a:buClr>
                <a:srgbClr val="000000"/>
              </a:buClr>
              <a:buSzPts val="1900"/>
              <a:buFont typeface="Arial" panose="020B0604020202020204"/>
              <a:buNone/>
            </a:pPr>
            <a:endParaRPr sz="1900" b="0" i="0" u="none" strike="noStrike" cap="none">
              <a:solidFill>
                <a:schemeClr val="dk1"/>
              </a:solidFill>
              <a:latin typeface="Arial" panose="020B0604020202020204"/>
              <a:ea typeface="Arial" panose="020B0604020202020204"/>
              <a:cs typeface="Arial" panose="020B0604020202020204"/>
              <a:sym typeface="Arial" panose="020B0604020202020204"/>
            </a:endParaRPr>
          </a:p>
        </p:txBody>
      </p:sp>
      <p:pic>
        <p:nvPicPr>
          <p:cNvPr id="2" name="Picture 1"/>
          <p:cNvPicPr/>
          <p:nvPr/>
        </p:nvPicPr>
        <p:blipFill>
          <a:blip r:embed="rId1"/>
          <a:stretch>
            <a:fillRect/>
          </a:stretch>
        </p:blipFill>
        <p:spPr>
          <a:xfrm>
            <a:off x="1097915" y="1412875"/>
            <a:ext cx="8869680" cy="5083810"/>
          </a:xfrm>
          <a:prstGeom prst="rect">
            <a:avLst/>
          </a:prstGeom>
        </p:spPr>
      </p:pic>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222" name="Shape 222"/>
        <p:cNvGrpSpPr/>
        <p:nvPr/>
      </p:nvGrpSpPr>
      <p:grpSpPr>
        <a:xfrm>
          <a:off x="0" y="0"/>
          <a:ext cx="0" cy="0"/>
          <a:chOff x="0" y="0"/>
          <a:chExt cx="0" cy="0"/>
        </a:xfrm>
      </p:grpSpPr>
      <p:sp>
        <p:nvSpPr>
          <p:cNvPr id="223" name="Google Shape;223;p30"/>
          <p:cNvSpPr txBox="1"/>
          <p:nvPr>
            <p:ph type="sldNum" idx="12"/>
          </p:nvPr>
        </p:nvSpPr>
        <p:spPr>
          <a:xfrm>
            <a:off x="11296611" y="6014423"/>
            <a:ext cx="731600" cy="524800"/>
          </a:xfrm>
          <a:prstGeom prst="rect">
            <a:avLst/>
          </a:prstGeom>
          <a:no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panose="020B0604020202020204"/>
              <a:buNone/>
            </a:pPr>
            <a:fld id="{00000000-1234-1234-1234-123412341234}" type="slidenum">
              <a:rPr lang="en-US"/>
            </a:fld>
            <a:endParaRPr lang="en-US"/>
          </a:p>
        </p:txBody>
      </p:sp>
      <p:sp>
        <p:nvSpPr>
          <p:cNvPr id="224" name="Google Shape;224;p30"/>
          <p:cNvSpPr txBox="1"/>
          <p:nvPr/>
        </p:nvSpPr>
        <p:spPr>
          <a:xfrm>
            <a:off x="373665" y="535349"/>
            <a:ext cx="12423900" cy="781050"/>
          </a:xfrm>
          <a:prstGeom prst="rect">
            <a:avLst/>
          </a:prstGeom>
          <a:noFill/>
          <a:ln>
            <a:noFill/>
          </a:ln>
        </p:spPr>
        <p:txBody>
          <a:bodyPr spcFirstLastPara="1" wrap="square" lIns="121900" tIns="121900" rIns="121900" bIns="121900" anchor="ctr" anchorCtr="0">
            <a:spAutoFit/>
          </a:bodyPr>
          <a:lstStyle/>
          <a:p>
            <a:pPr marL="0" marR="0" lvl="0" indent="0" algn="l" rtl="0">
              <a:lnSpc>
                <a:spcPct val="100000"/>
              </a:lnSpc>
              <a:spcBef>
                <a:spcPts val="0"/>
              </a:spcBef>
              <a:spcAft>
                <a:spcPts val="0"/>
              </a:spcAft>
              <a:buClr>
                <a:srgbClr val="000000"/>
              </a:buClr>
              <a:buSzPts val="3500"/>
              <a:buFont typeface="Arial" panose="020B0604020202020204"/>
              <a:buNone/>
            </a:pPr>
            <a:r>
              <a:rPr lang="en-US" altLang="en-US" sz="3500" b="0" i="0" u="none" strike="noStrike" cap="none">
                <a:solidFill>
                  <a:srgbClr val="000000"/>
                </a:solidFill>
                <a:latin typeface="Arial" panose="020B0604020202020204"/>
                <a:ea typeface="Arial" panose="020B0604020202020204"/>
                <a:cs typeface="Arial" panose="020B0604020202020204"/>
                <a:sym typeface="Arial" panose="020B0604020202020204"/>
              </a:rPr>
              <a:t>Compute Real Financial Loss</a:t>
            </a:r>
            <a:endParaRPr lang="en-US" altLang="en-US" sz="3500" b="0" i="0" u="none" strike="noStrike" cap="none">
              <a:solidFill>
                <a:srgbClr val="000000"/>
              </a:solidFill>
              <a:latin typeface="Arial" panose="020B0604020202020204"/>
              <a:ea typeface="Arial" panose="020B0604020202020204"/>
              <a:cs typeface="Arial" panose="020B0604020202020204"/>
              <a:sym typeface="Arial" panose="020B0604020202020204"/>
            </a:endParaRPr>
          </a:p>
        </p:txBody>
      </p:sp>
      <p:sp>
        <p:nvSpPr>
          <p:cNvPr id="225" name="Google Shape;225;p30"/>
          <p:cNvSpPr txBox="1"/>
          <p:nvPr/>
        </p:nvSpPr>
        <p:spPr>
          <a:xfrm>
            <a:off x="712032" y="1490008"/>
            <a:ext cx="6400800" cy="369300"/>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1800"/>
              <a:buFont typeface="Arial" panose="020B0604020202020204"/>
              <a:buNone/>
            </a:pPr>
            <a:endParaRPr sz="1800" b="0" i="0" u="none" strike="noStrike" cap="none">
              <a:solidFill>
                <a:schemeClr val="dk1"/>
              </a:solidFill>
              <a:latin typeface="Montserrat" panose="00000500000000000000"/>
              <a:ea typeface="Montserrat" panose="00000500000000000000"/>
              <a:cs typeface="Montserrat" panose="00000500000000000000"/>
              <a:sym typeface="Montserrat" panose="00000500000000000000"/>
            </a:endParaRPr>
          </a:p>
        </p:txBody>
      </p:sp>
      <p:sp>
        <p:nvSpPr>
          <p:cNvPr id="226" name="Google Shape;226;p30"/>
          <p:cNvSpPr txBox="1"/>
          <p:nvPr/>
        </p:nvSpPr>
        <p:spPr>
          <a:xfrm>
            <a:off x="551180" y="1557020"/>
            <a:ext cx="10271125" cy="3754120"/>
          </a:xfrm>
          <a:prstGeom prst="rect">
            <a:avLst/>
          </a:prstGeom>
          <a:noFill/>
          <a:ln>
            <a:noFill/>
          </a:ln>
        </p:spPr>
        <p:txBody>
          <a:bodyPr spcFirstLastPara="1" wrap="square" lIns="91425" tIns="91425" rIns="91425" bIns="91425" anchor="t" anchorCtr="0">
            <a:noAutofit/>
          </a:bodyPr>
          <a:lstStyle/>
          <a:p>
            <a:pPr marL="914400" marR="0" lvl="0" indent="0" algn="l" rtl="0">
              <a:lnSpc>
                <a:spcPct val="150000"/>
              </a:lnSpc>
              <a:spcBef>
                <a:spcPts val="0"/>
              </a:spcBef>
              <a:spcAft>
                <a:spcPts val="0"/>
              </a:spcAft>
              <a:buClr>
                <a:srgbClr val="000000"/>
              </a:buClr>
              <a:buSzPts val="1900"/>
              <a:buFont typeface="Arial" panose="020B0604020202020204"/>
              <a:buNone/>
            </a:pPr>
            <a:endParaRPr sz="1900" b="0" i="0" u="none" strike="noStrike" cap="none">
              <a:solidFill>
                <a:schemeClr val="dk1"/>
              </a:solidFill>
              <a:latin typeface="Arial" panose="020B0604020202020204"/>
              <a:ea typeface="Arial" panose="020B0604020202020204"/>
              <a:cs typeface="Arial" panose="020B0604020202020204"/>
              <a:sym typeface="Arial" panose="020B0604020202020204"/>
            </a:endParaRPr>
          </a:p>
          <a:p>
            <a:pPr marL="0" marR="0" lvl="0" indent="0" algn="l" rtl="0">
              <a:lnSpc>
                <a:spcPct val="150000"/>
              </a:lnSpc>
              <a:spcBef>
                <a:spcPts val="0"/>
              </a:spcBef>
              <a:spcAft>
                <a:spcPts val="0"/>
              </a:spcAft>
              <a:buClr>
                <a:srgbClr val="000000"/>
              </a:buClr>
              <a:buSzPts val="1900"/>
              <a:buFont typeface="Arial" panose="020B0604020202020204" pitchFamily="34" charset="0"/>
              <a:buNone/>
            </a:pPr>
            <a:endParaRPr lang="en-US" altLang="en-US" sz="1800" b="0" i="0" u="none" strike="noStrike" cap="none">
              <a:solidFill>
                <a:schemeClr val="dk1"/>
              </a:solidFill>
              <a:latin typeface="Montserrat" panose="00000500000000000000" charset="0"/>
              <a:ea typeface="Arial" panose="020B0604020202020204"/>
              <a:cs typeface="Montserrat" panose="00000500000000000000" charset="0"/>
              <a:sym typeface="Arial" panose="020B0604020202020204"/>
            </a:endParaRPr>
          </a:p>
          <a:p>
            <a:pPr marL="342900" marR="0" lvl="0" indent="-342900" algn="l" rtl="0">
              <a:lnSpc>
                <a:spcPct val="150000"/>
              </a:lnSpc>
              <a:spcBef>
                <a:spcPts val="0"/>
              </a:spcBef>
              <a:spcAft>
                <a:spcPts val="0"/>
              </a:spcAft>
              <a:buClr>
                <a:srgbClr val="000000"/>
              </a:buClr>
              <a:buSzPts val="1900"/>
              <a:buFont typeface="Arial" panose="020B0604020202020204" pitchFamily="34" charset="0"/>
              <a:buChar char="•"/>
            </a:pPr>
            <a:endParaRPr sz="1900" b="0" i="0" u="none" strike="noStrike" cap="none">
              <a:solidFill>
                <a:schemeClr val="dk1"/>
              </a:solidFill>
              <a:latin typeface="Arial" panose="020B0604020202020204"/>
              <a:ea typeface="Arial" panose="020B0604020202020204"/>
              <a:cs typeface="Arial" panose="020B0604020202020204"/>
              <a:sym typeface="Arial" panose="020B0604020202020204"/>
            </a:endParaRPr>
          </a:p>
        </p:txBody>
      </p:sp>
      <p:graphicFrame>
        <p:nvGraphicFramePr>
          <p:cNvPr id="1" name="Table 0"/>
          <p:cNvGraphicFramePr/>
          <p:nvPr>
            <p:custDataLst>
              <p:tags r:id="rId1"/>
            </p:custDataLst>
          </p:nvPr>
        </p:nvGraphicFramePr>
        <p:xfrm>
          <a:off x="853440" y="1546225"/>
          <a:ext cx="10205085" cy="3413125"/>
        </p:xfrm>
        <a:graphic>
          <a:graphicData uri="http://schemas.openxmlformats.org/drawingml/2006/table">
            <a:tbl>
              <a:tblPr/>
              <a:tblGrid>
                <a:gridCol w="3401695"/>
                <a:gridCol w="3401695"/>
                <a:gridCol w="3401695"/>
              </a:tblGrid>
              <a:tr h="682625">
                <a:tc>
                  <a:txBody>
                    <a:bodyPr/>
                    <a:p>
                      <a:r>
                        <a:rPr lang="en-US" altLang="zh-CN" sz="1800" b="1">
                          <a:latin typeface="Montserrat" panose="00000500000000000000" charset="0"/>
                          <a:cs typeface="Montserrat" panose="00000500000000000000" charset="0"/>
                        </a:rPr>
                        <a:t>Case</a:t>
                      </a:r>
                      <a:endParaRPr lang="en-US" altLang="zh-CN" sz="1800" b="1">
                        <a:latin typeface="Montserrat" panose="00000500000000000000" charset="0"/>
                        <a:cs typeface="Montserrat" panose="00000500000000000000" charset="0"/>
                      </a:endParaRPr>
                    </a:p>
                  </a:txBody>
                  <a:tcPr marL="0" marR="0" marT="0" marB="0" anchor="ctr" anchorCtr="0">
                    <a:lnL>
                      <a:noFill/>
                    </a:lnL>
                    <a:lnR>
                      <a:noFill/>
                    </a:lnR>
                    <a:lnT>
                      <a:noFill/>
                    </a:lnT>
                    <a:lnB>
                      <a:noFill/>
                    </a:lnB>
                    <a:noFill/>
                  </a:tcPr>
                </a:tc>
                <a:tc>
                  <a:txBody>
                    <a:bodyPr/>
                    <a:p>
                      <a:r>
                        <a:rPr lang="en-US" altLang="zh-CN" sz="1800" b="1">
                          <a:latin typeface="Montserrat" panose="00000500000000000000" charset="0"/>
                          <a:cs typeface="Montserrat" panose="00000500000000000000" charset="0"/>
                        </a:rPr>
                        <a:t>Meaning</a:t>
                      </a:r>
                      <a:endParaRPr lang="en-US" altLang="zh-CN" sz="1800" b="1">
                        <a:latin typeface="Montserrat" panose="00000500000000000000" charset="0"/>
                        <a:cs typeface="Montserrat" panose="00000500000000000000" charset="0"/>
                      </a:endParaRPr>
                    </a:p>
                  </a:txBody>
                  <a:tcPr marL="0" marR="0" marT="0" marB="0" anchor="ctr" anchorCtr="0">
                    <a:lnL>
                      <a:noFill/>
                    </a:lnL>
                    <a:lnR>
                      <a:noFill/>
                    </a:lnR>
                    <a:lnT>
                      <a:noFill/>
                    </a:lnT>
                    <a:lnB>
                      <a:noFill/>
                    </a:lnB>
                    <a:noFill/>
                  </a:tcPr>
                </a:tc>
                <a:tc>
                  <a:txBody>
                    <a:bodyPr/>
                    <a:p>
                      <a:r>
                        <a:rPr lang="en-US" altLang="zh-CN" sz="1800" b="1">
                          <a:latin typeface="Montserrat" panose="00000500000000000000" charset="0"/>
                          <a:cs typeface="Montserrat" panose="00000500000000000000" charset="0"/>
                        </a:rPr>
                        <a:t>Cost Impact</a:t>
                      </a:r>
                      <a:endParaRPr lang="en-US" altLang="zh-CN" sz="1800" b="1">
                        <a:latin typeface="Montserrat" panose="00000500000000000000" charset="0"/>
                        <a:cs typeface="Montserrat" panose="00000500000000000000" charset="0"/>
                      </a:endParaRPr>
                    </a:p>
                  </a:txBody>
                  <a:tcPr marL="0" marR="0" marT="0" marB="0" anchor="ctr" anchorCtr="0">
                    <a:lnL>
                      <a:noFill/>
                    </a:lnL>
                    <a:lnR>
                      <a:noFill/>
                    </a:lnR>
                    <a:lnT>
                      <a:noFill/>
                    </a:lnT>
                    <a:lnB>
                      <a:noFill/>
                    </a:lnB>
                    <a:noFill/>
                  </a:tcPr>
                </a:tc>
              </a:tr>
              <a:tr h="682625">
                <a:tc>
                  <a:txBody>
                    <a:bodyPr/>
                    <a:p>
                      <a:r>
                        <a:rPr lang="en-US" altLang="zh-CN" sz="1800">
                          <a:latin typeface="Montserrat" panose="00000500000000000000" charset="0"/>
                          <a:cs typeface="Montserrat" panose="00000500000000000000" charset="0"/>
                        </a:rPr>
                        <a:t>FN (Missed Fraud)</a:t>
                      </a:r>
                      <a:endParaRPr lang="en-US" altLang="zh-CN" sz="1800">
                        <a:latin typeface="Montserrat" panose="00000500000000000000" charset="0"/>
                        <a:cs typeface="Montserrat" panose="00000500000000000000" charset="0"/>
                      </a:endParaRPr>
                    </a:p>
                  </a:txBody>
                  <a:tcPr marL="0" marR="0" marT="0" marB="0" anchor="ctr" anchorCtr="0">
                    <a:lnL>
                      <a:noFill/>
                    </a:lnL>
                    <a:lnR>
                      <a:noFill/>
                    </a:lnR>
                    <a:lnT>
                      <a:noFill/>
                    </a:lnT>
                    <a:lnB>
                      <a:noFill/>
                    </a:lnB>
                    <a:noFill/>
                  </a:tcPr>
                </a:tc>
                <a:tc>
                  <a:txBody>
                    <a:bodyPr/>
                    <a:p>
                      <a:r>
                        <a:rPr lang="en-US" altLang="zh-CN" sz="1800">
                          <a:latin typeface="Montserrat" panose="00000500000000000000" charset="0"/>
                          <a:cs typeface="Montserrat" panose="00000500000000000000" charset="0"/>
                        </a:rPr>
                        <a:t>Fraud allowed</a:t>
                      </a:r>
                      <a:endParaRPr lang="en-US" altLang="zh-CN" sz="1800">
                        <a:latin typeface="Montserrat" panose="00000500000000000000" charset="0"/>
                        <a:cs typeface="Montserrat" panose="00000500000000000000" charset="0"/>
                      </a:endParaRPr>
                    </a:p>
                  </a:txBody>
                  <a:tcPr marL="0" marR="0" marT="0" marB="0" anchor="ctr" anchorCtr="0">
                    <a:lnL>
                      <a:noFill/>
                    </a:lnL>
                    <a:lnR>
                      <a:noFill/>
                    </a:lnR>
                    <a:lnT>
                      <a:noFill/>
                    </a:lnT>
                    <a:lnB>
                      <a:noFill/>
                    </a:lnB>
                    <a:noFill/>
                  </a:tcPr>
                </a:tc>
                <a:tc>
                  <a:txBody>
                    <a:bodyPr/>
                    <a:p>
                      <a:r>
                        <a:rPr lang="zh-CN" altLang="en-US" sz="1800">
                          <a:latin typeface="Montserrat" panose="00000500000000000000" charset="0"/>
                          <a:cs typeface="Montserrat" panose="00000500000000000000" charset="0"/>
                        </a:rPr>
                        <a:t>🔴 </a:t>
                      </a:r>
                      <a:r>
                        <a:rPr lang="en-US" altLang="zh-CN" sz="1800">
                          <a:latin typeface="Montserrat" panose="00000500000000000000" charset="0"/>
                          <a:cs typeface="Montserrat" panose="00000500000000000000" charset="0"/>
                        </a:rPr>
                        <a:t>Huge Loss</a:t>
                      </a:r>
                      <a:endParaRPr lang="en-US" altLang="zh-CN" sz="1800">
                        <a:latin typeface="Montserrat" panose="00000500000000000000" charset="0"/>
                        <a:cs typeface="Montserrat" panose="00000500000000000000" charset="0"/>
                      </a:endParaRPr>
                    </a:p>
                  </a:txBody>
                  <a:tcPr marL="0" marR="0" marT="0" marB="0" anchor="ctr" anchorCtr="0">
                    <a:lnL>
                      <a:noFill/>
                    </a:lnL>
                    <a:lnR>
                      <a:noFill/>
                    </a:lnR>
                    <a:lnT>
                      <a:noFill/>
                    </a:lnT>
                    <a:lnB>
                      <a:noFill/>
                    </a:lnB>
                    <a:noFill/>
                  </a:tcPr>
                </a:tc>
              </a:tr>
              <a:tr h="682625">
                <a:tc>
                  <a:txBody>
                    <a:bodyPr/>
                    <a:p>
                      <a:r>
                        <a:rPr lang="en-US" altLang="zh-CN" sz="1800">
                          <a:latin typeface="Montserrat" panose="00000500000000000000" charset="0"/>
                          <a:cs typeface="Montserrat" panose="00000500000000000000" charset="0"/>
                        </a:rPr>
                        <a:t>FP (Blocked Genuine)</a:t>
                      </a:r>
                      <a:endParaRPr lang="en-US" altLang="zh-CN" sz="1800">
                        <a:latin typeface="Montserrat" panose="00000500000000000000" charset="0"/>
                        <a:cs typeface="Montserrat" panose="00000500000000000000" charset="0"/>
                      </a:endParaRPr>
                    </a:p>
                  </a:txBody>
                  <a:tcPr marL="0" marR="0" marT="0" marB="0" anchor="ctr" anchorCtr="0">
                    <a:lnL>
                      <a:noFill/>
                    </a:lnL>
                    <a:lnR>
                      <a:noFill/>
                    </a:lnR>
                    <a:lnT>
                      <a:noFill/>
                    </a:lnT>
                    <a:lnB>
                      <a:noFill/>
                    </a:lnB>
                    <a:noFill/>
                  </a:tcPr>
                </a:tc>
                <a:tc>
                  <a:txBody>
                    <a:bodyPr/>
                    <a:p>
                      <a:r>
                        <a:rPr lang="en-US" altLang="zh-CN" sz="1800">
                          <a:latin typeface="Montserrat" panose="00000500000000000000" charset="0"/>
                          <a:cs typeface="Montserrat" panose="00000500000000000000" charset="0"/>
                        </a:rPr>
                        <a:t>Customer blocked</a:t>
                      </a:r>
                      <a:endParaRPr lang="en-US" altLang="zh-CN" sz="1800">
                        <a:latin typeface="Montserrat" panose="00000500000000000000" charset="0"/>
                        <a:cs typeface="Montserrat" panose="00000500000000000000" charset="0"/>
                      </a:endParaRPr>
                    </a:p>
                  </a:txBody>
                  <a:tcPr marL="0" marR="0" marT="0" marB="0" anchor="ctr" anchorCtr="0">
                    <a:lnL>
                      <a:noFill/>
                    </a:lnL>
                    <a:lnR>
                      <a:noFill/>
                    </a:lnR>
                    <a:lnT>
                      <a:noFill/>
                    </a:lnT>
                    <a:lnB>
                      <a:noFill/>
                    </a:lnB>
                    <a:noFill/>
                  </a:tcPr>
                </a:tc>
                <a:tc>
                  <a:txBody>
                    <a:bodyPr/>
                    <a:p>
                      <a:r>
                        <a:rPr lang="zh-CN" altLang="en-US" sz="1800">
                          <a:latin typeface="Montserrat" panose="00000500000000000000" charset="0"/>
                          <a:cs typeface="Montserrat" panose="00000500000000000000" charset="0"/>
                        </a:rPr>
                        <a:t>🟡 </a:t>
                      </a:r>
                      <a:r>
                        <a:rPr lang="en-US" altLang="zh-CN" sz="1800">
                          <a:latin typeface="Montserrat" panose="00000500000000000000" charset="0"/>
                          <a:cs typeface="Montserrat" panose="00000500000000000000" charset="0"/>
                        </a:rPr>
                        <a:t>Lost revenue</a:t>
                      </a:r>
                      <a:endParaRPr lang="en-US" altLang="zh-CN" sz="1800">
                        <a:latin typeface="Montserrat" panose="00000500000000000000" charset="0"/>
                        <a:cs typeface="Montserrat" panose="00000500000000000000" charset="0"/>
                      </a:endParaRPr>
                    </a:p>
                  </a:txBody>
                  <a:tcPr marL="0" marR="0" marT="0" marB="0" anchor="ctr" anchorCtr="0">
                    <a:lnL>
                      <a:noFill/>
                    </a:lnL>
                    <a:lnR>
                      <a:noFill/>
                    </a:lnR>
                    <a:lnT>
                      <a:noFill/>
                    </a:lnT>
                    <a:lnB>
                      <a:noFill/>
                    </a:lnB>
                    <a:noFill/>
                  </a:tcPr>
                </a:tc>
              </a:tr>
              <a:tr h="682625">
                <a:tc>
                  <a:txBody>
                    <a:bodyPr/>
                    <a:p>
                      <a:r>
                        <a:rPr lang="en-US" altLang="zh-CN" sz="1800">
                          <a:latin typeface="Montserrat" panose="00000500000000000000" charset="0"/>
                          <a:cs typeface="Montserrat" panose="00000500000000000000" charset="0"/>
                        </a:rPr>
                        <a:t>TP</a:t>
                      </a:r>
                      <a:endParaRPr lang="en-US" altLang="zh-CN" sz="1800">
                        <a:latin typeface="Montserrat" panose="00000500000000000000" charset="0"/>
                        <a:cs typeface="Montserrat" panose="00000500000000000000" charset="0"/>
                      </a:endParaRPr>
                    </a:p>
                  </a:txBody>
                  <a:tcPr marL="0" marR="0" marT="0" marB="0" anchor="ctr" anchorCtr="0">
                    <a:lnL>
                      <a:noFill/>
                    </a:lnL>
                    <a:lnR>
                      <a:noFill/>
                    </a:lnR>
                    <a:lnT>
                      <a:noFill/>
                    </a:lnT>
                    <a:lnB>
                      <a:noFill/>
                    </a:lnB>
                    <a:noFill/>
                  </a:tcPr>
                </a:tc>
                <a:tc>
                  <a:txBody>
                    <a:bodyPr/>
                    <a:p>
                      <a:r>
                        <a:rPr lang="en-US" altLang="zh-CN" sz="1800">
                          <a:latin typeface="Montserrat" panose="00000500000000000000" charset="0"/>
                          <a:cs typeface="Montserrat" panose="00000500000000000000" charset="0"/>
                        </a:rPr>
                        <a:t>Fraud stopped</a:t>
                      </a:r>
                      <a:endParaRPr lang="en-US" altLang="zh-CN" sz="1800">
                        <a:latin typeface="Montserrat" panose="00000500000000000000" charset="0"/>
                        <a:cs typeface="Montserrat" panose="00000500000000000000" charset="0"/>
                      </a:endParaRPr>
                    </a:p>
                  </a:txBody>
                  <a:tcPr marL="0" marR="0" marT="0" marB="0" anchor="ctr" anchorCtr="0">
                    <a:lnL>
                      <a:noFill/>
                    </a:lnL>
                    <a:lnR>
                      <a:noFill/>
                    </a:lnR>
                    <a:lnT>
                      <a:noFill/>
                    </a:lnT>
                    <a:lnB>
                      <a:noFill/>
                    </a:lnB>
                    <a:noFill/>
                  </a:tcPr>
                </a:tc>
                <a:tc>
                  <a:txBody>
                    <a:bodyPr/>
                    <a:p>
                      <a:r>
                        <a:rPr lang="zh-CN" altLang="en-US" sz="1800">
                          <a:latin typeface="Montserrat" panose="00000500000000000000" charset="0"/>
                          <a:cs typeface="Montserrat" panose="00000500000000000000" charset="0"/>
                        </a:rPr>
                        <a:t>🟢 </a:t>
                      </a:r>
                      <a:r>
                        <a:rPr lang="en-US" altLang="zh-CN" sz="1800">
                          <a:latin typeface="Montserrat" panose="00000500000000000000" charset="0"/>
                          <a:cs typeface="Montserrat" panose="00000500000000000000" charset="0"/>
                        </a:rPr>
                        <a:t>Saved money</a:t>
                      </a:r>
                      <a:endParaRPr lang="en-US" altLang="zh-CN" sz="1800">
                        <a:latin typeface="Montserrat" panose="00000500000000000000" charset="0"/>
                        <a:cs typeface="Montserrat" panose="00000500000000000000" charset="0"/>
                      </a:endParaRPr>
                    </a:p>
                  </a:txBody>
                  <a:tcPr marL="0" marR="0" marT="0" marB="0" anchor="ctr" anchorCtr="0">
                    <a:lnL>
                      <a:noFill/>
                    </a:lnL>
                    <a:lnR>
                      <a:noFill/>
                    </a:lnR>
                    <a:lnT>
                      <a:noFill/>
                    </a:lnT>
                    <a:lnB>
                      <a:noFill/>
                    </a:lnB>
                    <a:noFill/>
                  </a:tcPr>
                </a:tc>
              </a:tr>
              <a:tr h="682625">
                <a:tc>
                  <a:txBody>
                    <a:bodyPr/>
                    <a:p>
                      <a:r>
                        <a:rPr lang="en-US" altLang="zh-CN" sz="1800">
                          <a:latin typeface="Montserrat" panose="00000500000000000000" charset="0"/>
                          <a:cs typeface="Montserrat" panose="00000500000000000000" charset="0"/>
                        </a:rPr>
                        <a:t>TN</a:t>
                      </a:r>
                      <a:endParaRPr lang="en-US" altLang="zh-CN" sz="1800">
                        <a:latin typeface="Montserrat" panose="00000500000000000000" charset="0"/>
                        <a:cs typeface="Montserrat" panose="00000500000000000000" charset="0"/>
                      </a:endParaRPr>
                    </a:p>
                  </a:txBody>
                  <a:tcPr marL="0" marR="0" marT="0" marB="0" anchor="ctr" anchorCtr="0">
                    <a:lnL>
                      <a:noFill/>
                    </a:lnL>
                    <a:lnR>
                      <a:noFill/>
                    </a:lnR>
                    <a:lnT>
                      <a:noFill/>
                    </a:lnT>
                    <a:lnB>
                      <a:noFill/>
                    </a:lnB>
                    <a:noFill/>
                  </a:tcPr>
                </a:tc>
                <a:tc>
                  <a:txBody>
                    <a:bodyPr/>
                    <a:p>
                      <a:r>
                        <a:rPr lang="en-US" altLang="zh-CN" sz="1800">
                          <a:latin typeface="Montserrat" panose="00000500000000000000" charset="0"/>
                          <a:cs typeface="Montserrat" panose="00000500000000000000" charset="0"/>
                        </a:rPr>
                        <a:t>Normal</a:t>
                      </a:r>
                      <a:endParaRPr lang="en-US" altLang="zh-CN" sz="1800">
                        <a:latin typeface="Montserrat" panose="00000500000000000000" charset="0"/>
                        <a:cs typeface="Montserrat" panose="00000500000000000000" charset="0"/>
                      </a:endParaRPr>
                    </a:p>
                  </a:txBody>
                  <a:tcPr marL="0" marR="0" marT="0" marB="0" anchor="ctr" anchorCtr="0">
                    <a:lnL>
                      <a:noFill/>
                    </a:lnL>
                    <a:lnR>
                      <a:noFill/>
                    </a:lnR>
                    <a:lnT>
                      <a:noFill/>
                    </a:lnT>
                    <a:lnB>
                      <a:noFill/>
                    </a:lnB>
                    <a:noFill/>
                  </a:tcPr>
                </a:tc>
                <a:tc>
                  <a:txBody>
                    <a:bodyPr/>
                    <a:p>
                      <a:r>
                        <a:rPr lang="en-US" altLang="zh-CN" sz="1800">
                          <a:latin typeface="Montserrat" panose="00000500000000000000" charset="0"/>
                          <a:cs typeface="Montserrat" panose="00000500000000000000" charset="0"/>
                        </a:rPr>
                        <a:t>No impact</a:t>
                      </a:r>
                      <a:endParaRPr lang="en-US" altLang="zh-CN" sz="1800">
                        <a:latin typeface="Montserrat" panose="00000500000000000000" charset="0"/>
                        <a:cs typeface="Montserrat" panose="00000500000000000000" charset="0"/>
                      </a:endParaRPr>
                    </a:p>
                  </a:txBody>
                  <a:tcPr marL="0" marR="0" marT="0" marB="0" anchor="ctr" anchorCtr="0">
                    <a:lnL>
                      <a:noFill/>
                    </a:lnL>
                    <a:lnR>
                      <a:noFill/>
                    </a:lnR>
                    <a:lnT>
                      <a:noFill/>
                    </a:lnT>
                    <a:lnB>
                      <a:noFill/>
                    </a:lnB>
                    <a:noFill/>
                  </a:tcPr>
                </a:tc>
              </a:tr>
            </a:tbl>
          </a:graphicData>
        </a:graphic>
      </p:graphicFrame>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222" name="Shape 222"/>
        <p:cNvGrpSpPr/>
        <p:nvPr/>
      </p:nvGrpSpPr>
      <p:grpSpPr>
        <a:xfrm>
          <a:off x="0" y="0"/>
          <a:ext cx="0" cy="0"/>
          <a:chOff x="0" y="0"/>
          <a:chExt cx="0" cy="0"/>
        </a:xfrm>
      </p:grpSpPr>
      <p:sp>
        <p:nvSpPr>
          <p:cNvPr id="223" name="Google Shape;223;p30"/>
          <p:cNvSpPr txBox="1"/>
          <p:nvPr>
            <p:ph type="sldNum" idx="12"/>
          </p:nvPr>
        </p:nvSpPr>
        <p:spPr>
          <a:xfrm>
            <a:off x="11296611" y="6014423"/>
            <a:ext cx="731600" cy="524800"/>
          </a:xfrm>
          <a:prstGeom prst="rect">
            <a:avLst/>
          </a:prstGeom>
          <a:no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panose="020B0604020202020204"/>
              <a:buNone/>
            </a:pPr>
            <a:fld id="{00000000-1234-1234-1234-123412341234}" type="slidenum">
              <a:rPr lang="en-US"/>
            </a:fld>
            <a:endParaRPr lang="en-US"/>
          </a:p>
        </p:txBody>
      </p:sp>
      <p:sp>
        <p:nvSpPr>
          <p:cNvPr id="224" name="Google Shape;224;p30"/>
          <p:cNvSpPr txBox="1"/>
          <p:nvPr/>
        </p:nvSpPr>
        <p:spPr>
          <a:xfrm>
            <a:off x="373665" y="535349"/>
            <a:ext cx="12423900" cy="781050"/>
          </a:xfrm>
          <a:prstGeom prst="rect">
            <a:avLst/>
          </a:prstGeom>
          <a:noFill/>
          <a:ln>
            <a:noFill/>
          </a:ln>
        </p:spPr>
        <p:txBody>
          <a:bodyPr spcFirstLastPara="1" wrap="square" lIns="121900" tIns="121900" rIns="121900" bIns="121900" anchor="ctr" anchorCtr="0">
            <a:spAutoFit/>
          </a:bodyPr>
          <a:lstStyle/>
          <a:p>
            <a:pPr marL="0" marR="0" lvl="0" indent="0" algn="l" rtl="0">
              <a:lnSpc>
                <a:spcPct val="100000"/>
              </a:lnSpc>
              <a:spcBef>
                <a:spcPts val="0"/>
              </a:spcBef>
              <a:spcAft>
                <a:spcPts val="0"/>
              </a:spcAft>
              <a:buClr>
                <a:srgbClr val="000000"/>
              </a:buClr>
              <a:buSzPts val="3500"/>
              <a:buFont typeface="Arial" panose="020B0604020202020204"/>
              <a:buNone/>
            </a:pPr>
            <a:r>
              <a:rPr lang="en-US" altLang="en-US" sz="3500" b="0" i="0" u="none" strike="noStrike" cap="none">
                <a:solidFill>
                  <a:srgbClr val="000000"/>
                </a:solidFill>
                <a:latin typeface="Arial" panose="020B0604020202020204"/>
                <a:ea typeface="Arial" panose="020B0604020202020204"/>
                <a:cs typeface="Arial" panose="020B0604020202020204"/>
                <a:sym typeface="Arial" panose="020B0604020202020204"/>
              </a:rPr>
              <a:t>Compute Real Financial Loss</a:t>
            </a:r>
            <a:endParaRPr lang="en-US" altLang="en-US" sz="3500" b="0" i="0" u="none" strike="noStrike" cap="none">
              <a:solidFill>
                <a:srgbClr val="000000"/>
              </a:solidFill>
              <a:latin typeface="Arial" panose="020B0604020202020204"/>
              <a:ea typeface="Arial" panose="020B0604020202020204"/>
              <a:cs typeface="Arial" panose="020B0604020202020204"/>
              <a:sym typeface="Arial" panose="020B0604020202020204"/>
            </a:endParaRPr>
          </a:p>
        </p:txBody>
      </p:sp>
      <p:sp>
        <p:nvSpPr>
          <p:cNvPr id="225" name="Google Shape;225;p30"/>
          <p:cNvSpPr txBox="1"/>
          <p:nvPr/>
        </p:nvSpPr>
        <p:spPr>
          <a:xfrm>
            <a:off x="712032" y="1490008"/>
            <a:ext cx="6400800" cy="369300"/>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1800"/>
              <a:buFont typeface="Arial" panose="020B0604020202020204"/>
              <a:buNone/>
            </a:pPr>
            <a:endParaRPr sz="1800" b="0" i="0" u="none" strike="noStrike" cap="none">
              <a:solidFill>
                <a:schemeClr val="dk1"/>
              </a:solidFill>
              <a:latin typeface="Montserrat" panose="00000500000000000000"/>
              <a:ea typeface="Montserrat" panose="00000500000000000000"/>
              <a:cs typeface="Montserrat" panose="00000500000000000000"/>
              <a:sym typeface="Montserrat" panose="00000500000000000000"/>
            </a:endParaRPr>
          </a:p>
        </p:txBody>
      </p:sp>
      <p:sp>
        <p:nvSpPr>
          <p:cNvPr id="226" name="Google Shape;226;p30"/>
          <p:cNvSpPr txBox="1"/>
          <p:nvPr/>
        </p:nvSpPr>
        <p:spPr>
          <a:xfrm>
            <a:off x="551180" y="1557020"/>
            <a:ext cx="10271125" cy="3754120"/>
          </a:xfrm>
          <a:prstGeom prst="rect">
            <a:avLst/>
          </a:prstGeom>
          <a:noFill/>
          <a:ln>
            <a:noFill/>
          </a:ln>
        </p:spPr>
        <p:txBody>
          <a:bodyPr spcFirstLastPara="1" wrap="square" lIns="91425" tIns="91425" rIns="91425" bIns="91425" anchor="t" anchorCtr="0">
            <a:noAutofit/>
          </a:bodyPr>
          <a:lstStyle/>
          <a:p>
            <a:pPr marL="914400" marR="0" lvl="0" indent="0" algn="l" rtl="0">
              <a:lnSpc>
                <a:spcPct val="150000"/>
              </a:lnSpc>
              <a:spcBef>
                <a:spcPts val="0"/>
              </a:spcBef>
              <a:spcAft>
                <a:spcPts val="0"/>
              </a:spcAft>
              <a:buClr>
                <a:srgbClr val="000000"/>
              </a:buClr>
              <a:buSzPts val="1900"/>
              <a:buFont typeface="Arial" panose="020B0604020202020204"/>
              <a:buNone/>
            </a:pPr>
            <a:endParaRPr sz="1900" b="0" i="0" u="none" strike="noStrike" cap="none">
              <a:solidFill>
                <a:schemeClr val="dk1"/>
              </a:solidFill>
              <a:latin typeface="Arial" panose="020B0604020202020204"/>
              <a:ea typeface="Arial" panose="020B0604020202020204"/>
              <a:cs typeface="Arial" panose="020B0604020202020204"/>
              <a:sym typeface="Arial" panose="020B0604020202020204"/>
            </a:endParaRPr>
          </a:p>
          <a:p>
            <a:pPr marL="0" marR="0" lvl="0" indent="0" algn="l" rtl="0">
              <a:lnSpc>
                <a:spcPct val="150000"/>
              </a:lnSpc>
              <a:spcBef>
                <a:spcPts val="0"/>
              </a:spcBef>
              <a:spcAft>
                <a:spcPts val="0"/>
              </a:spcAft>
              <a:buClr>
                <a:srgbClr val="000000"/>
              </a:buClr>
              <a:buSzPts val="1900"/>
              <a:buFont typeface="Arial" panose="020B0604020202020204" pitchFamily="34" charset="0"/>
              <a:buNone/>
            </a:pPr>
            <a:endParaRPr lang="en-US" altLang="en-US" sz="1800" b="0" i="0" u="none" strike="noStrike" cap="none">
              <a:solidFill>
                <a:schemeClr val="dk1"/>
              </a:solidFill>
              <a:latin typeface="Montserrat" panose="00000500000000000000" charset="0"/>
              <a:ea typeface="Arial" panose="020B0604020202020204"/>
              <a:cs typeface="Montserrat" panose="00000500000000000000" charset="0"/>
              <a:sym typeface="Arial" panose="020B0604020202020204"/>
            </a:endParaRPr>
          </a:p>
          <a:p>
            <a:pPr marL="342900" marR="0" lvl="0" indent="-342900" algn="l" rtl="0">
              <a:lnSpc>
                <a:spcPct val="150000"/>
              </a:lnSpc>
              <a:spcBef>
                <a:spcPts val="0"/>
              </a:spcBef>
              <a:spcAft>
                <a:spcPts val="0"/>
              </a:spcAft>
              <a:buClr>
                <a:srgbClr val="000000"/>
              </a:buClr>
              <a:buSzPts val="1900"/>
              <a:buFont typeface="Arial" panose="020B0604020202020204" pitchFamily="34" charset="0"/>
              <a:buChar char="•"/>
            </a:pPr>
            <a:endParaRPr sz="1900" b="0" i="0" u="none" strike="noStrike" cap="none">
              <a:solidFill>
                <a:schemeClr val="dk1"/>
              </a:solidFill>
              <a:latin typeface="Arial" panose="020B0604020202020204"/>
              <a:ea typeface="Arial" panose="020B0604020202020204"/>
              <a:cs typeface="Arial" panose="020B0604020202020204"/>
              <a:sym typeface="Arial" panose="020B0604020202020204"/>
            </a:endParaRPr>
          </a:p>
        </p:txBody>
      </p:sp>
      <p:pic>
        <p:nvPicPr>
          <p:cNvPr id="2" name="Picture 1"/>
          <p:cNvPicPr>
            <a:picLocks noChangeAspect="1"/>
          </p:cNvPicPr>
          <p:nvPr/>
        </p:nvPicPr>
        <p:blipFill>
          <a:blip r:embed="rId1"/>
          <a:stretch>
            <a:fillRect/>
          </a:stretch>
        </p:blipFill>
        <p:spPr>
          <a:xfrm>
            <a:off x="601980" y="1720850"/>
            <a:ext cx="9010015" cy="4391025"/>
          </a:xfrm>
          <a:prstGeom prst="rect">
            <a:avLst/>
          </a:prstGeom>
        </p:spPr>
      </p:pic>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222" name="Shape 222"/>
        <p:cNvGrpSpPr/>
        <p:nvPr/>
      </p:nvGrpSpPr>
      <p:grpSpPr>
        <a:xfrm>
          <a:off x="0" y="0"/>
          <a:ext cx="0" cy="0"/>
          <a:chOff x="0" y="0"/>
          <a:chExt cx="0" cy="0"/>
        </a:xfrm>
      </p:grpSpPr>
      <p:sp>
        <p:nvSpPr>
          <p:cNvPr id="223" name="Google Shape;223;p30"/>
          <p:cNvSpPr txBox="1"/>
          <p:nvPr>
            <p:ph type="sldNum" idx="12"/>
          </p:nvPr>
        </p:nvSpPr>
        <p:spPr>
          <a:xfrm>
            <a:off x="11296611" y="6014423"/>
            <a:ext cx="731600" cy="524800"/>
          </a:xfrm>
          <a:prstGeom prst="rect">
            <a:avLst/>
          </a:prstGeom>
          <a:no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panose="020B0604020202020204"/>
              <a:buNone/>
            </a:pPr>
            <a:fld id="{00000000-1234-1234-1234-123412341234}" type="slidenum">
              <a:rPr lang="en-US"/>
            </a:fld>
            <a:endParaRPr lang="en-US"/>
          </a:p>
        </p:txBody>
      </p:sp>
      <p:sp>
        <p:nvSpPr>
          <p:cNvPr id="224" name="Google Shape;224;p30"/>
          <p:cNvSpPr txBox="1"/>
          <p:nvPr/>
        </p:nvSpPr>
        <p:spPr>
          <a:xfrm>
            <a:off x="373665" y="535349"/>
            <a:ext cx="12423900" cy="781050"/>
          </a:xfrm>
          <a:prstGeom prst="rect">
            <a:avLst/>
          </a:prstGeom>
          <a:noFill/>
          <a:ln>
            <a:noFill/>
          </a:ln>
        </p:spPr>
        <p:txBody>
          <a:bodyPr spcFirstLastPara="1" wrap="square" lIns="121900" tIns="121900" rIns="121900" bIns="121900" anchor="ctr" anchorCtr="0">
            <a:spAutoFit/>
          </a:bodyPr>
          <a:lstStyle/>
          <a:p>
            <a:pPr marL="0" marR="0" lvl="0" indent="0" algn="l" rtl="0">
              <a:lnSpc>
                <a:spcPct val="100000"/>
              </a:lnSpc>
              <a:spcBef>
                <a:spcPts val="0"/>
              </a:spcBef>
              <a:spcAft>
                <a:spcPts val="0"/>
              </a:spcAft>
              <a:buClr>
                <a:srgbClr val="000000"/>
              </a:buClr>
              <a:buSzPts val="3500"/>
              <a:buFont typeface="Arial" panose="020B0604020202020204"/>
              <a:buNone/>
            </a:pPr>
            <a:r>
              <a:rPr lang="en-US" altLang="en-US" sz="3500" b="0" i="0" u="none" strike="noStrike" cap="none">
                <a:solidFill>
                  <a:srgbClr val="000000"/>
                </a:solidFill>
                <a:latin typeface="Arial" panose="020B0604020202020204"/>
                <a:ea typeface="Arial" panose="020B0604020202020204"/>
                <a:cs typeface="Arial" panose="020B0604020202020204"/>
                <a:sym typeface="Arial" panose="020B0604020202020204"/>
              </a:rPr>
              <a:t>Compute Real Financial Loss</a:t>
            </a:r>
            <a:endParaRPr lang="en-US" altLang="en-US" sz="3500" b="0" i="0" u="none" strike="noStrike" cap="none">
              <a:solidFill>
                <a:srgbClr val="000000"/>
              </a:solidFill>
              <a:latin typeface="Arial" panose="020B0604020202020204"/>
              <a:ea typeface="Arial" panose="020B0604020202020204"/>
              <a:cs typeface="Arial" panose="020B0604020202020204"/>
              <a:sym typeface="Arial" panose="020B0604020202020204"/>
            </a:endParaRPr>
          </a:p>
        </p:txBody>
      </p:sp>
      <p:sp>
        <p:nvSpPr>
          <p:cNvPr id="225" name="Google Shape;225;p30"/>
          <p:cNvSpPr txBox="1"/>
          <p:nvPr/>
        </p:nvSpPr>
        <p:spPr>
          <a:xfrm>
            <a:off x="712032" y="1490008"/>
            <a:ext cx="6400800" cy="369300"/>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1800"/>
              <a:buFont typeface="Arial" panose="020B0604020202020204"/>
              <a:buNone/>
            </a:pPr>
            <a:endParaRPr sz="1800" b="0" i="0" u="none" strike="noStrike" cap="none">
              <a:solidFill>
                <a:schemeClr val="dk1"/>
              </a:solidFill>
              <a:latin typeface="Montserrat" panose="00000500000000000000"/>
              <a:ea typeface="Montserrat" panose="00000500000000000000"/>
              <a:cs typeface="Montserrat" panose="00000500000000000000"/>
              <a:sym typeface="Montserrat" panose="00000500000000000000"/>
            </a:endParaRPr>
          </a:p>
        </p:txBody>
      </p:sp>
      <p:sp>
        <p:nvSpPr>
          <p:cNvPr id="226" name="Google Shape;226;p30"/>
          <p:cNvSpPr txBox="1"/>
          <p:nvPr/>
        </p:nvSpPr>
        <p:spPr>
          <a:xfrm>
            <a:off x="551180" y="1557020"/>
            <a:ext cx="10271125" cy="4982210"/>
          </a:xfrm>
          <a:prstGeom prst="rect">
            <a:avLst/>
          </a:prstGeom>
          <a:noFill/>
          <a:ln>
            <a:noFill/>
          </a:ln>
        </p:spPr>
        <p:txBody>
          <a:bodyPr spcFirstLastPara="1" wrap="square" lIns="91425" tIns="91425" rIns="91425" bIns="91425" anchor="t" anchorCtr="0">
            <a:noAutofit/>
          </a:bodyPr>
          <a:lstStyle/>
          <a:p>
            <a:pPr marL="914400" marR="0" lvl="0" indent="0" algn="l" rtl="0">
              <a:lnSpc>
                <a:spcPct val="150000"/>
              </a:lnSpc>
              <a:spcBef>
                <a:spcPts val="0"/>
              </a:spcBef>
              <a:spcAft>
                <a:spcPts val="0"/>
              </a:spcAft>
              <a:buClr>
                <a:srgbClr val="000000"/>
              </a:buClr>
              <a:buSzPts val="1900"/>
              <a:buFont typeface="Arial" panose="020B0604020202020204"/>
              <a:buNone/>
            </a:pPr>
            <a:r>
              <a:rPr lang="en-US" altLang="en-US" sz="1900" b="1" i="0" u="none" strike="noStrike" cap="none">
                <a:solidFill>
                  <a:schemeClr val="dk1"/>
                </a:solidFill>
                <a:latin typeface="Montserrat" panose="00000500000000000000" charset="0"/>
                <a:ea typeface="Arial" panose="020B0604020202020204"/>
                <a:cs typeface="Montserrat" panose="00000500000000000000" charset="0"/>
                <a:sym typeface="Arial" panose="020B0604020202020204"/>
              </a:rPr>
              <a:t>With Cost Optimization</a:t>
            </a:r>
            <a:endParaRPr lang="en-US" altLang="en-US" sz="1900" b="1" i="0" u="none" strike="noStrike" cap="none">
              <a:solidFill>
                <a:schemeClr val="dk1"/>
              </a:solidFill>
              <a:latin typeface="Montserrat" panose="00000500000000000000" charset="0"/>
              <a:ea typeface="Arial" panose="020B0604020202020204"/>
              <a:cs typeface="Montserrat" panose="00000500000000000000" charset="0"/>
              <a:sym typeface="Arial" panose="020B0604020202020204"/>
            </a:endParaRPr>
          </a:p>
          <a:p>
            <a:pPr marL="1257300" marR="0" lvl="0" indent="-342900" algn="l" rtl="0">
              <a:lnSpc>
                <a:spcPct val="150000"/>
              </a:lnSpc>
              <a:spcBef>
                <a:spcPts val="0"/>
              </a:spcBef>
              <a:spcAft>
                <a:spcPts val="0"/>
              </a:spcAft>
              <a:buClr>
                <a:srgbClr val="000000"/>
              </a:buClr>
              <a:buSzPts val="1900"/>
              <a:buFont typeface="Arial" panose="020B0604020202020204" pitchFamily="34" charset="0"/>
              <a:buChar char="•"/>
            </a:pPr>
            <a:r>
              <a:rPr lang="en-US" altLang="en-US" sz="1900" b="0" i="0" u="none" strike="noStrike" cap="none">
                <a:solidFill>
                  <a:schemeClr val="dk1"/>
                </a:solidFill>
                <a:latin typeface="Montserrat" panose="00000500000000000000" charset="0"/>
                <a:ea typeface="Arial" panose="020B0604020202020204"/>
                <a:cs typeface="Montserrat" panose="00000500000000000000" charset="0"/>
                <a:sym typeface="Arial" panose="020B0604020202020204"/>
              </a:rPr>
              <a:t>Threshold adjusted based on ₹ impact</a:t>
            </a:r>
            <a:endParaRPr lang="en-US" altLang="en-US" sz="1900" b="0" i="0" u="none" strike="noStrike" cap="none">
              <a:solidFill>
                <a:schemeClr val="dk1"/>
              </a:solidFill>
              <a:latin typeface="Montserrat" panose="00000500000000000000" charset="0"/>
              <a:ea typeface="Arial" panose="020B0604020202020204"/>
              <a:cs typeface="Montserrat" panose="00000500000000000000" charset="0"/>
              <a:sym typeface="Arial" panose="020B0604020202020204"/>
            </a:endParaRPr>
          </a:p>
          <a:p>
            <a:pPr marL="914400" marR="0" lvl="0" indent="0" algn="l" rtl="0">
              <a:lnSpc>
                <a:spcPct val="150000"/>
              </a:lnSpc>
              <a:spcBef>
                <a:spcPts val="0"/>
              </a:spcBef>
              <a:spcAft>
                <a:spcPts val="0"/>
              </a:spcAft>
              <a:buClr>
                <a:srgbClr val="000000"/>
              </a:buClr>
              <a:buSzPts val="1900"/>
              <a:buFont typeface="Arial" panose="020B0604020202020204" pitchFamily="34" charset="0"/>
              <a:buNone/>
            </a:pPr>
            <a:r>
              <a:rPr lang="en-US" altLang="en-US" sz="1900" b="1" i="0" u="none" strike="noStrike" cap="none">
                <a:solidFill>
                  <a:schemeClr val="dk1"/>
                </a:solidFill>
                <a:latin typeface="Montserrat" panose="00000500000000000000" charset="0"/>
                <a:ea typeface="Arial" panose="020B0604020202020204"/>
                <a:cs typeface="Montserrat" panose="00000500000000000000" charset="0"/>
                <a:sym typeface="Arial" panose="020B0604020202020204"/>
              </a:rPr>
              <a:t>Minimizes</a:t>
            </a:r>
            <a:r>
              <a:rPr lang="en-US" altLang="en-US" sz="1900" b="0" i="0" u="none" strike="noStrike" cap="none">
                <a:solidFill>
                  <a:schemeClr val="dk1"/>
                </a:solidFill>
                <a:latin typeface="Montserrat" panose="00000500000000000000" charset="0"/>
                <a:ea typeface="Arial" panose="020B0604020202020204"/>
                <a:cs typeface="Montserrat" panose="00000500000000000000" charset="0"/>
                <a:sym typeface="Arial" panose="020B0604020202020204"/>
              </a:rPr>
              <a:t>:</a:t>
            </a:r>
            <a:endParaRPr lang="en-US" altLang="en-US" sz="1900" b="0" i="0" u="none" strike="noStrike" cap="none">
              <a:solidFill>
                <a:schemeClr val="dk1"/>
              </a:solidFill>
              <a:latin typeface="Montserrat" panose="00000500000000000000" charset="0"/>
              <a:ea typeface="Arial" panose="020B0604020202020204"/>
              <a:cs typeface="Montserrat" panose="00000500000000000000" charset="0"/>
              <a:sym typeface="Arial" panose="020B0604020202020204"/>
            </a:endParaRPr>
          </a:p>
          <a:p>
            <a:pPr marL="1257300" marR="0" lvl="0" indent="-342900" algn="l" rtl="0">
              <a:lnSpc>
                <a:spcPct val="150000"/>
              </a:lnSpc>
              <a:spcBef>
                <a:spcPts val="0"/>
              </a:spcBef>
              <a:spcAft>
                <a:spcPts val="0"/>
              </a:spcAft>
              <a:buClr>
                <a:srgbClr val="000000"/>
              </a:buClr>
              <a:buSzPts val="1900"/>
              <a:buFont typeface="Arial" panose="020B0604020202020204" pitchFamily="34" charset="0"/>
              <a:buChar char="•"/>
            </a:pPr>
            <a:r>
              <a:rPr lang="en-US" altLang="en-US" sz="1900" b="0" i="0" u="none" strike="noStrike" cap="none">
                <a:solidFill>
                  <a:schemeClr val="dk1"/>
                </a:solidFill>
                <a:latin typeface="Montserrat" panose="00000500000000000000" charset="0"/>
                <a:ea typeface="Arial" panose="020B0604020202020204"/>
                <a:cs typeface="Montserrat" panose="00000500000000000000" charset="0"/>
                <a:sym typeface="Arial" panose="020B0604020202020204"/>
              </a:rPr>
              <a:t>Fraud leakage (FN)</a:t>
            </a:r>
            <a:endParaRPr lang="en-US" altLang="en-US" sz="1900" b="0" i="0" u="none" strike="noStrike" cap="none">
              <a:solidFill>
                <a:schemeClr val="dk1"/>
              </a:solidFill>
              <a:latin typeface="Montserrat" panose="00000500000000000000" charset="0"/>
              <a:ea typeface="Arial" panose="020B0604020202020204"/>
              <a:cs typeface="Montserrat" panose="00000500000000000000" charset="0"/>
              <a:sym typeface="Arial" panose="020B0604020202020204"/>
            </a:endParaRPr>
          </a:p>
          <a:p>
            <a:pPr marL="1257300" marR="0" lvl="0" indent="-342900" algn="l" rtl="0">
              <a:lnSpc>
                <a:spcPct val="150000"/>
              </a:lnSpc>
              <a:spcBef>
                <a:spcPts val="0"/>
              </a:spcBef>
              <a:spcAft>
                <a:spcPts val="0"/>
              </a:spcAft>
              <a:buClr>
                <a:srgbClr val="000000"/>
              </a:buClr>
              <a:buSzPts val="1900"/>
              <a:buFont typeface="Arial" panose="020B0604020202020204" pitchFamily="34" charset="0"/>
              <a:buChar char="•"/>
            </a:pPr>
            <a:r>
              <a:rPr lang="en-US" altLang="en-US" sz="1900" b="0" i="0" u="none" strike="noStrike" cap="none">
                <a:solidFill>
                  <a:schemeClr val="dk1"/>
                </a:solidFill>
                <a:latin typeface="Montserrat" panose="00000500000000000000" charset="0"/>
                <a:ea typeface="Arial" panose="020B0604020202020204"/>
                <a:cs typeface="Montserrat" panose="00000500000000000000" charset="0"/>
                <a:sym typeface="Arial" panose="020B0604020202020204"/>
              </a:rPr>
              <a:t>Customer loss (FP)</a:t>
            </a:r>
            <a:endParaRPr lang="en-US" altLang="en-US" sz="1900" b="0" i="0" u="none" strike="noStrike" cap="none">
              <a:solidFill>
                <a:schemeClr val="dk1"/>
              </a:solidFill>
              <a:latin typeface="Montserrat" panose="00000500000000000000" charset="0"/>
              <a:ea typeface="Arial" panose="020B0604020202020204"/>
              <a:cs typeface="Montserrat" panose="00000500000000000000" charset="0"/>
              <a:sym typeface="Arial" panose="020B0604020202020204"/>
            </a:endParaRPr>
          </a:p>
          <a:p>
            <a:pPr marL="914400" marR="0" lvl="0" indent="0" algn="l" rtl="0">
              <a:lnSpc>
                <a:spcPct val="150000"/>
              </a:lnSpc>
              <a:spcBef>
                <a:spcPts val="0"/>
              </a:spcBef>
              <a:spcAft>
                <a:spcPts val="0"/>
              </a:spcAft>
              <a:buClr>
                <a:srgbClr val="000000"/>
              </a:buClr>
              <a:buSzPts val="1900"/>
              <a:buFont typeface="Arial" panose="020B0604020202020204"/>
              <a:buNone/>
            </a:pPr>
            <a:endParaRPr lang="zh-CN" altLang="en-US" sz="1900" b="0" i="0" u="none" strike="noStrike" cap="none">
              <a:solidFill>
                <a:schemeClr val="dk1"/>
              </a:solidFill>
              <a:latin typeface="Montserrat" panose="00000500000000000000" charset="0"/>
              <a:ea typeface="Arial" panose="020B0604020202020204"/>
              <a:cs typeface="Montserrat" panose="00000500000000000000" charset="0"/>
              <a:sym typeface="Arial" panose="020B0604020202020204"/>
            </a:endParaRPr>
          </a:p>
          <a:p>
            <a:pPr marL="914400" marR="0" lvl="0" indent="0" algn="l" rtl="0">
              <a:lnSpc>
                <a:spcPct val="150000"/>
              </a:lnSpc>
              <a:spcBef>
                <a:spcPts val="0"/>
              </a:spcBef>
              <a:spcAft>
                <a:spcPts val="0"/>
              </a:spcAft>
              <a:buClr>
                <a:srgbClr val="000000"/>
              </a:buClr>
              <a:buSzPts val="1900"/>
              <a:buFont typeface="Arial" panose="020B0604020202020204"/>
              <a:buNone/>
            </a:pPr>
            <a:r>
              <a:rPr lang="en-US" altLang="en-US" sz="1900" b="1" i="0" u="none" strike="noStrike" cap="none">
                <a:solidFill>
                  <a:schemeClr val="dk1"/>
                </a:solidFill>
                <a:latin typeface="Montserrat" panose="00000500000000000000" charset="0"/>
                <a:ea typeface="Arial" panose="020B0604020202020204"/>
                <a:cs typeface="Montserrat" panose="00000500000000000000" charset="0"/>
                <a:sym typeface="Arial" panose="020B0604020202020204"/>
              </a:rPr>
              <a:t>Direct business benefit:</a:t>
            </a:r>
            <a:endParaRPr lang="en-US" altLang="en-US" sz="1900" b="1" i="0" u="none" strike="noStrike" cap="none">
              <a:solidFill>
                <a:schemeClr val="dk1"/>
              </a:solidFill>
              <a:latin typeface="Montserrat" panose="00000500000000000000" charset="0"/>
              <a:ea typeface="Arial" panose="020B0604020202020204"/>
              <a:cs typeface="Montserrat" panose="00000500000000000000" charset="0"/>
              <a:sym typeface="Arial" panose="020B0604020202020204"/>
            </a:endParaRPr>
          </a:p>
          <a:p>
            <a:pPr marL="1257300" marR="0" lvl="0" indent="-342900" algn="l" rtl="0">
              <a:lnSpc>
                <a:spcPct val="150000"/>
              </a:lnSpc>
              <a:spcBef>
                <a:spcPts val="0"/>
              </a:spcBef>
              <a:spcAft>
                <a:spcPts val="0"/>
              </a:spcAft>
              <a:buClr>
                <a:srgbClr val="000000"/>
              </a:buClr>
              <a:buSzPts val="1900"/>
              <a:buFont typeface="Arial" panose="020B0604020202020204" pitchFamily="34" charset="0"/>
              <a:buChar char="•"/>
            </a:pPr>
            <a:r>
              <a:rPr lang="en-US" altLang="en-US" sz="1900" b="0" i="0" u="none" strike="noStrike" cap="none">
                <a:solidFill>
                  <a:schemeClr val="dk1"/>
                </a:solidFill>
                <a:latin typeface="Montserrat" panose="00000500000000000000" charset="0"/>
                <a:ea typeface="Arial" panose="020B0604020202020204"/>
                <a:cs typeface="Montserrat" panose="00000500000000000000" charset="0"/>
                <a:sym typeface="Arial" panose="020B0604020202020204"/>
              </a:rPr>
              <a:t>Reduced fraud loss</a:t>
            </a:r>
            <a:endParaRPr lang="en-US" altLang="en-US" sz="1900" b="0" i="0" u="none" strike="noStrike" cap="none">
              <a:solidFill>
                <a:schemeClr val="dk1"/>
              </a:solidFill>
              <a:latin typeface="Montserrat" panose="00000500000000000000" charset="0"/>
              <a:ea typeface="Arial" panose="020B0604020202020204"/>
              <a:cs typeface="Montserrat" panose="00000500000000000000" charset="0"/>
              <a:sym typeface="Arial" panose="020B0604020202020204"/>
            </a:endParaRPr>
          </a:p>
          <a:p>
            <a:pPr marL="1257300" marR="0" lvl="0" indent="-342900" algn="l" rtl="0">
              <a:lnSpc>
                <a:spcPct val="150000"/>
              </a:lnSpc>
              <a:spcBef>
                <a:spcPts val="0"/>
              </a:spcBef>
              <a:spcAft>
                <a:spcPts val="0"/>
              </a:spcAft>
              <a:buClr>
                <a:srgbClr val="000000"/>
              </a:buClr>
              <a:buSzPts val="1900"/>
              <a:buFont typeface="Arial" panose="020B0604020202020204" pitchFamily="34" charset="0"/>
              <a:buChar char="•"/>
            </a:pPr>
            <a:r>
              <a:rPr lang="en-US" altLang="en-US" sz="1900" b="0" i="0" u="none" strike="noStrike" cap="none">
                <a:solidFill>
                  <a:schemeClr val="dk1"/>
                </a:solidFill>
                <a:latin typeface="Montserrat" panose="00000500000000000000" charset="0"/>
                <a:ea typeface="Arial" panose="020B0604020202020204"/>
                <a:cs typeface="Montserrat" panose="00000500000000000000" charset="0"/>
                <a:sym typeface="Arial" panose="020B0604020202020204"/>
              </a:rPr>
              <a:t>Improved approval rate</a:t>
            </a:r>
            <a:endParaRPr lang="en-US" altLang="en-US" sz="1900" b="0" i="0" u="none" strike="noStrike" cap="none">
              <a:solidFill>
                <a:schemeClr val="dk1"/>
              </a:solidFill>
              <a:latin typeface="Montserrat" panose="00000500000000000000" charset="0"/>
              <a:ea typeface="Arial" panose="020B0604020202020204"/>
              <a:cs typeface="Montserrat" panose="00000500000000000000" charset="0"/>
              <a:sym typeface="Arial" panose="020B0604020202020204"/>
            </a:endParaRPr>
          </a:p>
          <a:p>
            <a:pPr marL="1257300" marR="0" lvl="0" indent="-342900" algn="l" rtl="0">
              <a:lnSpc>
                <a:spcPct val="150000"/>
              </a:lnSpc>
              <a:spcBef>
                <a:spcPts val="0"/>
              </a:spcBef>
              <a:spcAft>
                <a:spcPts val="0"/>
              </a:spcAft>
              <a:buClr>
                <a:srgbClr val="000000"/>
              </a:buClr>
              <a:buSzPts val="1900"/>
              <a:buFont typeface="Arial" panose="020B0604020202020204" pitchFamily="34" charset="0"/>
              <a:buChar char="•"/>
            </a:pPr>
            <a:r>
              <a:rPr lang="en-US" altLang="en-US" sz="1900" b="0" i="0" u="none" strike="noStrike" cap="none">
                <a:solidFill>
                  <a:schemeClr val="dk1"/>
                </a:solidFill>
                <a:latin typeface="Montserrat" panose="00000500000000000000" charset="0"/>
                <a:ea typeface="Arial" panose="020B0604020202020204"/>
                <a:cs typeface="Montserrat" panose="00000500000000000000" charset="0"/>
                <a:sym typeface="Arial" panose="020B0604020202020204"/>
              </a:rPr>
              <a:t>Increased revenue</a:t>
            </a:r>
            <a:endParaRPr sz="1900" b="0" i="0" u="none" strike="noStrike" cap="none">
              <a:solidFill>
                <a:schemeClr val="dk1"/>
              </a:solidFill>
              <a:latin typeface="Montserrat" panose="00000500000000000000" charset="0"/>
              <a:ea typeface="Arial" panose="020B0604020202020204"/>
              <a:cs typeface="Montserrat" panose="00000500000000000000" charset="0"/>
              <a:sym typeface="Arial" panose="020B0604020202020204"/>
            </a:endParaRPr>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222" name="Shape 222"/>
        <p:cNvGrpSpPr/>
        <p:nvPr/>
      </p:nvGrpSpPr>
      <p:grpSpPr>
        <a:xfrm>
          <a:off x="0" y="0"/>
          <a:ext cx="0" cy="0"/>
          <a:chOff x="0" y="0"/>
          <a:chExt cx="0" cy="0"/>
        </a:xfrm>
      </p:grpSpPr>
      <p:sp>
        <p:nvSpPr>
          <p:cNvPr id="223" name="Google Shape;223;p30"/>
          <p:cNvSpPr txBox="1"/>
          <p:nvPr>
            <p:ph type="sldNum" idx="12"/>
          </p:nvPr>
        </p:nvSpPr>
        <p:spPr>
          <a:xfrm>
            <a:off x="11296611" y="6014423"/>
            <a:ext cx="731600" cy="524800"/>
          </a:xfrm>
          <a:prstGeom prst="rect">
            <a:avLst/>
          </a:prstGeom>
          <a:no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panose="020B0604020202020204"/>
              <a:buNone/>
            </a:pPr>
            <a:fld id="{00000000-1234-1234-1234-123412341234}" type="slidenum">
              <a:rPr lang="en-US"/>
            </a:fld>
            <a:endParaRPr lang="en-US"/>
          </a:p>
        </p:txBody>
      </p:sp>
      <p:sp>
        <p:nvSpPr>
          <p:cNvPr id="224" name="Google Shape;224;p30"/>
          <p:cNvSpPr txBox="1"/>
          <p:nvPr/>
        </p:nvSpPr>
        <p:spPr>
          <a:xfrm>
            <a:off x="373665" y="535349"/>
            <a:ext cx="12423900" cy="781050"/>
          </a:xfrm>
          <a:prstGeom prst="rect">
            <a:avLst/>
          </a:prstGeom>
          <a:noFill/>
          <a:ln>
            <a:noFill/>
          </a:ln>
        </p:spPr>
        <p:txBody>
          <a:bodyPr spcFirstLastPara="1" wrap="square" lIns="121900" tIns="121900" rIns="121900" bIns="121900" anchor="ctr" anchorCtr="0">
            <a:spAutoFit/>
          </a:bodyPr>
          <a:lstStyle/>
          <a:p>
            <a:pPr marL="0" marR="0" lvl="0" indent="0" algn="l" rtl="0">
              <a:lnSpc>
                <a:spcPct val="100000"/>
              </a:lnSpc>
              <a:spcBef>
                <a:spcPts val="0"/>
              </a:spcBef>
              <a:spcAft>
                <a:spcPts val="0"/>
              </a:spcAft>
              <a:buClr>
                <a:srgbClr val="000000"/>
              </a:buClr>
              <a:buSzPts val="3500"/>
              <a:buFont typeface="Arial" panose="020B0604020202020204"/>
              <a:buNone/>
            </a:pPr>
            <a:r>
              <a:rPr lang="en-US" altLang="en-US" sz="3500" b="0" i="0" u="none" strike="noStrike" cap="none">
                <a:solidFill>
                  <a:srgbClr val="000000"/>
                </a:solidFill>
                <a:latin typeface="Arial" panose="020B0604020202020204"/>
                <a:ea typeface="Arial" panose="020B0604020202020204"/>
                <a:cs typeface="Arial" panose="020B0604020202020204"/>
                <a:sym typeface="Arial" panose="020B0604020202020204"/>
              </a:rPr>
              <a:t>Cost Optimization Curve</a:t>
            </a:r>
            <a:endParaRPr lang="en-US" altLang="en-US" sz="3500" b="0" i="0" u="none" strike="noStrike" cap="none">
              <a:solidFill>
                <a:srgbClr val="000000"/>
              </a:solidFill>
              <a:latin typeface="Arial" panose="020B0604020202020204"/>
              <a:ea typeface="Arial" panose="020B0604020202020204"/>
              <a:cs typeface="Arial" panose="020B0604020202020204"/>
              <a:sym typeface="Arial" panose="020B0604020202020204"/>
            </a:endParaRPr>
          </a:p>
        </p:txBody>
      </p:sp>
      <p:sp>
        <p:nvSpPr>
          <p:cNvPr id="225" name="Google Shape;225;p30"/>
          <p:cNvSpPr txBox="1"/>
          <p:nvPr/>
        </p:nvSpPr>
        <p:spPr>
          <a:xfrm>
            <a:off x="712032" y="1490008"/>
            <a:ext cx="6400800" cy="369300"/>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1800"/>
              <a:buFont typeface="Arial" panose="020B0604020202020204"/>
              <a:buNone/>
            </a:pPr>
            <a:endParaRPr sz="1800" b="0" i="0" u="none" strike="noStrike" cap="none">
              <a:solidFill>
                <a:schemeClr val="dk1"/>
              </a:solidFill>
              <a:latin typeface="Montserrat" panose="00000500000000000000"/>
              <a:ea typeface="Montserrat" panose="00000500000000000000"/>
              <a:cs typeface="Montserrat" panose="00000500000000000000"/>
              <a:sym typeface="Montserrat" panose="00000500000000000000"/>
            </a:endParaRPr>
          </a:p>
        </p:txBody>
      </p:sp>
      <p:pic>
        <p:nvPicPr>
          <p:cNvPr id="1" name="Picture 0"/>
          <p:cNvPicPr>
            <a:picLocks noChangeAspect="1"/>
          </p:cNvPicPr>
          <p:nvPr/>
        </p:nvPicPr>
        <p:blipFill>
          <a:blip r:embed="rId1"/>
          <a:stretch>
            <a:fillRect/>
          </a:stretch>
        </p:blipFill>
        <p:spPr>
          <a:xfrm>
            <a:off x="1703705" y="1316355"/>
            <a:ext cx="7874000" cy="5252085"/>
          </a:xfrm>
          <a:prstGeom prst="rect">
            <a:avLst/>
          </a:prstGeom>
        </p:spPr>
      </p:pic>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222" name="Shape 222"/>
        <p:cNvGrpSpPr/>
        <p:nvPr/>
      </p:nvGrpSpPr>
      <p:grpSpPr>
        <a:xfrm>
          <a:off x="0" y="0"/>
          <a:ext cx="0" cy="0"/>
          <a:chOff x="0" y="0"/>
          <a:chExt cx="0" cy="0"/>
        </a:xfrm>
      </p:grpSpPr>
      <p:sp>
        <p:nvSpPr>
          <p:cNvPr id="223" name="Google Shape;223;p30"/>
          <p:cNvSpPr txBox="1"/>
          <p:nvPr>
            <p:ph type="sldNum" idx="12"/>
          </p:nvPr>
        </p:nvSpPr>
        <p:spPr>
          <a:xfrm>
            <a:off x="11296611" y="6014423"/>
            <a:ext cx="731600" cy="524800"/>
          </a:xfrm>
          <a:prstGeom prst="rect">
            <a:avLst/>
          </a:prstGeom>
          <a:no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panose="020B0604020202020204"/>
              <a:buNone/>
            </a:pPr>
            <a:fld id="{00000000-1234-1234-1234-123412341234}" type="slidenum">
              <a:rPr lang="en-US"/>
            </a:fld>
            <a:endParaRPr lang="en-US"/>
          </a:p>
        </p:txBody>
      </p:sp>
      <p:sp>
        <p:nvSpPr>
          <p:cNvPr id="224" name="Google Shape;224;p30"/>
          <p:cNvSpPr txBox="1"/>
          <p:nvPr/>
        </p:nvSpPr>
        <p:spPr>
          <a:xfrm>
            <a:off x="373665" y="533324"/>
            <a:ext cx="12423900" cy="785100"/>
          </a:xfrm>
          <a:prstGeom prst="rect">
            <a:avLst/>
          </a:prstGeom>
          <a:noFill/>
          <a:ln>
            <a:noFill/>
          </a:ln>
        </p:spPr>
        <p:txBody>
          <a:bodyPr spcFirstLastPara="1" wrap="square" lIns="121900" tIns="121900" rIns="121900" bIns="121900" anchor="ctr" anchorCtr="0">
            <a:spAutoFit/>
          </a:bodyPr>
          <a:lstStyle/>
          <a:p>
            <a:pPr marL="0" marR="0" lvl="0" indent="0" algn="l" rtl="0">
              <a:lnSpc>
                <a:spcPct val="100000"/>
              </a:lnSpc>
              <a:spcBef>
                <a:spcPts val="0"/>
              </a:spcBef>
              <a:spcAft>
                <a:spcPts val="0"/>
              </a:spcAft>
              <a:buClr>
                <a:srgbClr val="000000"/>
              </a:buClr>
              <a:buSzPts val="3500"/>
              <a:buFont typeface="Arial" panose="020B0604020202020204"/>
              <a:buNone/>
            </a:pPr>
            <a:r>
              <a:rPr lang="en-US" sz="3500" b="0" i="0" u="none" strike="noStrike" cap="none">
                <a:solidFill>
                  <a:schemeClr val="dk1"/>
                </a:solidFill>
                <a:latin typeface="Arial" panose="020B0604020202020204"/>
                <a:ea typeface="Arial" panose="020B0604020202020204"/>
                <a:cs typeface="Arial" panose="020B0604020202020204"/>
                <a:sym typeface="Arial" panose="020B0604020202020204"/>
              </a:rPr>
              <a:t>Conclusion</a:t>
            </a:r>
            <a:endParaRPr sz="3500" b="0" i="0" u="none" strike="noStrike" cap="none">
              <a:solidFill>
                <a:srgbClr val="000000"/>
              </a:solidFill>
              <a:latin typeface="Arial" panose="020B0604020202020204"/>
              <a:ea typeface="Arial" panose="020B0604020202020204"/>
              <a:cs typeface="Arial" panose="020B0604020202020204"/>
              <a:sym typeface="Arial" panose="020B0604020202020204"/>
            </a:endParaRPr>
          </a:p>
        </p:txBody>
      </p:sp>
      <p:sp>
        <p:nvSpPr>
          <p:cNvPr id="225" name="Google Shape;225;p30"/>
          <p:cNvSpPr txBox="1"/>
          <p:nvPr/>
        </p:nvSpPr>
        <p:spPr>
          <a:xfrm>
            <a:off x="712032" y="1490008"/>
            <a:ext cx="6400800" cy="369300"/>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1800"/>
              <a:buFont typeface="Arial" panose="020B0604020202020204"/>
              <a:buNone/>
            </a:pPr>
            <a:endParaRPr sz="1800" b="0" i="0" u="none" strike="noStrike" cap="none">
              <a:solidFill>
                <a:schemeClr val="dk1"/>
              </a:solidFill>
              <a:latin typeface="Montserrat" panose="00000500000000000000"/>
              <a:ea typeface="Montserrat" panose="00000500000000000000"/>
              <a:cs typeface="Montserrat" panose="00000500000000000000"/>
              <a:sym typeface="Montserrat" panose="00000500000000000000"/>
            </a:endParaRPr>
          </a:p>
        </p:txBody>
      </p:sp>
      <p:sp>
        <p:nvSpPr>
          <p:cNvPr id="226" name="Google Shape;226;p30"/>
          <p:cNvSpPr txBox="1"/>
          <p:nvPr/>
        </p:nvSpPr>
        <p:spPr>
          <a:xfrm>
            <a:off x="551180" y="1557020"/>
            <a:ext cx="10899140" cy="4676775"/>
          </a:xfrm>
          <a:prstGeom prst="rect">
            <a:avLst/>
          </a:prstGeom>
          <a:noFill/>
          <a:ln>
            <a:noFill/>
          </a:ln>
        </p:spPr>
        <p:txBody>
          <a:bodyPr spcFirstLastPara="1" wrap="square" lIns="91425" tIns="91425" rIns="91425" bIns="91425" anchor="t" anchorCtr="0">
            <a:noAutofit/>
          </a:bodyPr>
          <a:lstStyle/>
          <a:p>
            <a:pPr marL="914400" marR="0" lvl="0" indent="0" algn="l" rtl="0">
              <a:lnSpc>
                <a:spcPct val="150000"/>
              </a:lnSpc>
              <a:spcBef>
                <a:spcPts val="0"/>
              </a:spcBef>
              <a:spcAft>
                <a:spcPts val="0"/>
              </a:spcAft>
              <a:buClr>
                <a:srgbClr val="000000"/>
              </a:buClr>
              <a:buSzPts val="1900"/>
              <a:buFont typeface="Arial" panose="020B0604020202020204"/>
              <a:buNone/>
            </a:pPr>
            <a:endParaRPr sz="1900" b="0" i="0" u="none" strike="noStrike" cap="none">
              <a:solidFill>
                <a:schemeClr val="dk1"/>
              </a:solidFill>
              <a:latin typeface="Arial" panose="020B0604020202020204"/>
              <a:ea typeface="Arial" panose="020B0604020202020204"/>
              <a:cs typeface="Arial" panose="020B0604020202020204"/>
              <a:sym typeface="Arial" panose="020B0604020202020204"/>
            </a:endParaRPr>
          </a:p>
          <a:p>
            <a:pPr marL="285750" indent="-285750" algn="l">
              <a:lnSpc>
                <a:spcPct val="150000"/>
              </a:lnSpc>
              <a:spcAft>
                <a:spcPts val="0"/>
              </a:spcAft>
              <a:buSzPts val="1900"/>
              <a:buFont typeface="Arial" panose="020B0604020202020204" pitchFamily="34" charset="0"/>
              <a:buChar char="•"/>
            </a:pPr>
            <a:r>
              <a:rPr lang="en-US" altLang="en-US" sz="1800">
                <a:solidFill>
                  <a:schemeClr val="dk1"/>
                </a:solidFill>
                <a:latin typeface="Montserrat" panose="00000500000000000000" charset="0"/>
                <a:cs typeface="Montserrat" panose="00000500000000000000" charset="0"/>
                <a:sym typeface="+mn-ea"/>
              </a:rPr>
              <a:t>Random Forest achieved the best results on Paytm data: 99.9% Accuracy, AUC-ROC of 0.970, Precision 87.4% and Recall 82.0%.</a:t>
            </a:r>
            <a:endParaRPr lang="en-US" altLang="en-US" sz="1800">
              <a:solidFill>
                <a:schemeClr val="dk1"/>
              </a:solidFill>
              <a:latin typeface="Montserrat" panose="00000500000000000000" charset="0"/>
              <a:cs typeface="Montserrat" panose="00000500000000000000" charset="0"/>
            </a:endParaRPr>
          </a:p>
          <a:p>
            <a:pPr marL="285750" indent="-285750" algn="l">
              <a:lnSpc>
                <a:spcPct val="150000"/>
              </a:lnSpc>
              <a:spcAft>
                <a:spcPts val="0"/>
              </a:spcAft>
              <a:buSzPts val="1900"/>
              <a:buFont typeface="Arial" panose="020B0604020202020204" pitchFamily="34" charset="0"/>
              <a:buChar char="•"/>
            </a:pPr>
            <a:r>
              <a:rPr lang="en-US" altLang="en-US" sz="1800">
                <a:solidFill>
                  <a:schemeClr val="dk1"/>
                </a:solidFill>
                <a:latin typeface="Montserrat" panose="00000500000000000000" charset="0"/>
                <a:cs typeface="Montserrat" panose="00000500000000000000" charset="0"/>
                <a:sym typeface="+mn-ea"/>
              </a:rPr>
              <a:t>99.9% Accuracy: Out of every 1,000 transactions, the model correctly classifies 999 as either safe or fraudulent.</a:t>
            </a:r>
            <a:endParaRPr lang="en-US" altLang="en-US" sz="1800">
              <a:solidFill>
                <a:schemeClr val="dk1"/>
              </a:solidFill>
              <a:latin typeface="Montserrat" panose="00000500000000000000" charset="0"/>
              <a:cs typeface="Montserrat" panose="00000500000000000000" charset="0"/>
            </a:endParaRPr>
          </a:p>
          <a:p>
            <a:pPr marL="285750" indent="-285750" algn="l">
              <a:lnSpc>
                <a:spcPct val="150000"/>
              </a:lnSpc>
              <a:spcAft>
                <a:spcPts val="0"/>
              </a:spcAft>
              <a:buSzPts val="1900"/>
              <a:buFont typeface="Arial" panose="020B0604020202020204" pitchFamily="34" charset="0"/>
              <a:buChar char="•"/>
            </a:pPr>
            <a:r>
              <a:rPr lang="en-US" altLang="en-US" sz="1800">
                <a:solidFill>
                  <a:schemeClr val="dk1"/>
                </a:solidFill>
                <a:latin typeface="Montserrat" panose="00000500000000000000" charset="0"/>
                <a:cs typeface="Montserrat" panose="00000500000000000000" charset="0"/>
                <a:sym typeface="+mn-ea"/>
              </a:rPr>
              <a:t>AUC-ROC of 0.970: This indicates outstanding model performance. The Area Under the Curve (AUC) measures how well the model separates the two classes (fraud vs. non-fraud). An AUC of 0.97 (out of 1.0) means it is highly unlikely the model will confuse a fraudulent transaction with a safe one.</a:t>
            </a:r>
            <a:endParaRPr lang="en-US" altLang="en-US" sz="1800">
              <a:solidFill>
                <a:schemeClr val="dk1"/>
              </a:solidFill>
              <a:latin typeface="Montserrat" panose="00000500000000000000" charset="0"/>
              <a:cs typeface="Montserrat" panose="00000500000000000000" charset="0"/>
            </a:endParaRPr>
          </a:p>
          <a:p>
            <a:pPr marL="285750" marR="0" lvl="0" indent="-285750" algn="l" rtl="0">
              <a:lnSpc>
                <a:spcPct val="150000"/>
              </a:lnSpc>
              <a:spcBef>
                <a:spcPts val="0"/>
              </a:spcBef>
              <a:spcAft>
                <a:spcPts val="0"/>
              </a:spcAft>
              <a:buClr>
                <a:srgbClr val="000000"/>
              </a:buClr>
              <a:buSzPts val="1900"/>
              <a:buFont typeface="Arial" panose="020B0604020202020204" pitchFamily="34" charset="0"/>
              <a:buChar char="•"/>
            </a:pPr>
            <a:endParaRPr lang="en-US" altLang="en-US" sz="1800" b="0" i="0" u="none" strike="noStrike" cap="none">
              <a:solidFill>
                <a:schemeClr val="dk1"/>
              </a:solidFill>
              <a:latin typeface="Montserrat" panose="00000500000000000000" charset="0"/>
              <a:ea typeface="Arial" panose="020B0604020202020204"/>
              <a:cs typeface="Montserrat" panose="00000500000000000000" charset="0"/>
              <a:sym typeface="Arial" panose="020B0604020202020204"/>
            </a:endParaRPr>
          </a:p>
          <a:p>
            <a:pPr marL="342900" marR="0" lvl="0" indent="-342900" algn="l" rtl="0">
              <a:lnSpc>
                <a:spcPct val="150000"/>
              </a:lnSpc>
              <a:spcBef>
                <a:spcPts val="0"/>
              </a:spcBef>
              <a:spcAft>
                <a:spcPts val="0"/>
              </a:spcAft>
              <a:buClr>
                <a:srgbClr val="000000"/>
              </a:buClr>
              <a:buSzPts val="1900"/>
              <a:buFont typeface="Arial" panose="020B0604020202020204" pitchFamily="34" charset="0"/>
              <a:buChar char="•"/>
            </a:pPr>
            <a:endParaRPr sz="1900" b="0" i="0" u="none" strike="noStrike" cap="none">
              <a:solidFill>
                <a:schemeClr val="dk1"/>
              </a:solidFill>
              <a:latin typeface="Arial" panose="020B0604020202020204"/>
              <a:ea typeface="Arial" panose="020B0604020202020204"/>
              <a:cs typeface="Arial" panose="020B0604020202020204"/>
              <a:sym typeface="Arial" panose="020B0604020202020204"/>
            </a:endParaRPr>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222" name="Shape 222"/>
        <p:cNvGrpSpPr/>
        <p:nvPr/>
      </p:nvGrpSpPr>
      <p:grpSpPr>
        <a:xfrm>
          <a:off x="0" y="0"/>
          <a:ext cx="0" cy="0"/>
          <a:chOff x="0" y="0"/>
          <a:chExt cx="0" cy="0"/>
        </a:xfrm>
      </p:grpSpPr>
      <p:sp>
        <p:nvSpPr>
          <p:cNvPr id="223" name="Google Shape;223;p30"/>
          <p:cNvSpPr txBox="1"/>
          <p:nvPr>
            <p:ph type="sldNum" idx="12"/>
          </p:nvPr>
        </p:nvSpPr>
        <p:spPr>
          <a:xfrm>
            <a:off x="11296611" y="6014423"/>
            <a:ext cx="731600" cy="524800"/>
          </a:xfrm>
          <a:prstGeom prst="rect">
            <a:avLst/>
          </a:prstGeom>
          <a:no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panose="020B0604020202020204"/>
              <a:buNone/>
            </a:pPr>
            <a:fld id="{00000000-1234-1234-1234-123412341234}" type="slidenum">
              <a:rPr lang="en-US"/>
            </a:fld>
            <a:endParaRPr lang="en-US"/>
          </a:p>
        </p:txBody>
      </p:sp>
      <p:sp>
        <p:nvSpPr>
          <p:cNvPr id="224" name="Google Shape;224;p30"/>
          <p:cNvSpPr txBox="1"/>
          <p:nvPr/>
        </p:nvSpPr>
        <p:spPr>
          <a:xfrm>
            <a:off x="373665" y="535349"/>
            <a:ext cx="12423900" cy="781050"/>
          </a:xfrm>
          <a:prstGeom prst="rect">
            <a:avLst/>
          </a:prstGeom>
          <a:noFill/>
          <a:ln>
            <a:noFill/>
          </a:ln>
        </p:spPr>
        <p:txBody>
          <a:bodyPr spcFirstLastPara="1" wrap="square" lIns="121900" tIns="121900" rIns="121900" bIns="121900" anchor="ctr" anchorCtr="0">
            <a:spAutoFit/>
          </a:bodyPr>
          <a:lstStyle/>
          <a:p>
            <a:pPr marL="0" marR="0" lvl="0" indent="0" algn="l" rtl="0">
              <a:lnSpc>
                <a:spcPct val="100000"/>
              </a:lnSpc>
              <a:spcBef>
                <a:spcPts val="0"/>
              </a:spcBef>
              <a:spcAft>
                <a:spcPts val="0"/>
              </a:spcAft>
              <a:buClr>
                <a:srgbClr val="000000"/>
              </a:buClr>
              <a:buSzPts val="3500"/>
              <a:buFont typeface="Arial" panose="020B0604020202020204"/>
              <a:buNone/>
            </a:pPr>
            <a:r>
              <a:rPr lang="en-US" sz="3500" b="1" i="0" u="none" strike="noStrike" cap="none">
                <a:solidFill>
                  <a:schemeClr val="dk1"/>
                </a:solidFill>
                <a:latin typeface="Montserrat" panose="00000500000000000000" charset="0"/>
                <a:ea typeface="Arial" panose="020B0604020202020204"/>
                <a:cs typeface="Montserrat" panose="00000500000000000000" charset="0"/>
                <a:sym typeface="Arial" panose="020B0604020202020204"/>
              </a:rPr>
              <a:t>Conclusion</a:t>
            </a:r>
            <a:endParaRPr sz="3500" b="1" i="0" u="none" strike="noStrike" cap="none">
              <a:solidFill>
                <a:srgbClr val="000000"/>
              </a:solidFill>
              <a:latin typeface="Montserrat" panose="00000500000000000000" charset="0"/>
              <a:ea typeface="Arial" panose="020B0604020202020204"/>
              <a:cs typeface="Montserrat" panose="00000500000000000000" charset="0"/>
              <a:sym typeface="Arial" panose="020B0604020202020204"/>
            </a:endParaRPr>
          </a:p>
        </p:txBody>
      </p:sp>
      <p:sp>
        <p:nvSpPr>
          <p:cNvPr id="225" name="Google Shape;225;p30"/>
          <p:cNvSpPr txBox="1"/>
          <p:nvPr/>
        </p:nvSpPr>
        <p:spPr>
          <a:xfrm>
            <a:off x="712032" y="1490008"/>
            <a:ext cx="6400800" cy="369300"/>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1800"/>
              <a:buFont typeface="Arial" panose="020B0604020202020204"/>
              <a:buNone/>
            </a:pPr>
            <a:endParaRPr sz="1800" b="0" i="0" u="none" strike="noStrike" cap="none">
              <a:solidFill>
                <a:schemeClr val="dk1"/>
              </a:solidFill>
              <a:latin typeface="Montserrat" panose="00000500000000000000"/>
              <a:ea typeface="Montserrat" panose="00000500000000000000"/>
              <a:cs typeface="Montserrat" panose="00000500000000000000"/>
              <a:sym typeface="Montserrat" panose="00000500000000000000"/>
            </a:endParaRPr>
          </a:p>
        </p:txBody>
      </p:sp>
      <p:sp>
        <p:nvSpPr>
          <p:cNvPr id="226" name="Google Shape;226;p30"/>
          <p:cNvSpPr txBox="1"/>
          <p:nvPr/>
        </p:nvSpPr>
        <p:spPr>
          <a:xfrm>
            <a:off x="551180" y="1412875"/>
            <a:ext cx="7020560" cy="5034280"/>
          </a:xfrm>
          <a:prstGeom prst="rect">
            <a:avLst/>
          </a:prstGeom>
          <a:noFill/>
          <a:ln>
            <a:noFill/>
          </a:ln>
        </p:spPr>
        <p:txBody>
          <a:bodyPr spcFirstLastPara="1" wrap="square" lIns="91425" tIns="91425" rIns="91425" bIns="91425" anchor="t" anchorCtr="0">
            <a:noAutofit/>
          </a:bodyPr>
          <a:lstStyle/>
          <a:p>
            <a:pPr marL="914400" marR="0" lvl="0" indent="0" algn="l" rtl="0">
              <a:lnSpc>
                <a:spcPct val="150000"/>
              </a:lnSpc>
              <a:spcBef>
                <a:spcPts val="0"/>
              </a:spcBef>
              <a:spcAft>
                <a:spcPts val="0"/>
              </a:spcAft>
              <a:buClr>
                <a:srgbClr val="000000"/>
              </a:buClr>
              <a:buSzPts val="1900"/>
              <a:buFont typeface="Arial" panose="020B0604020202020204"/>
              <a:buNone/>
            </a:pPr>
            <a:endParaRPr sz="1900" b="0" i="0" u="none" strike="noStrike" cap="none">
              <a:solidFill>
                <a:schemeClr val="dk1"/>
              </a:solidFill>
              <a:latin typeface="Arial" panose="020B0604020202020204"/>
              <a:ea typeface="Arial" panose="020B0604020202020204"/>
              <a:cs typeface="Arial" panose="020B0604020202020204"/>
              <a:sym typeface="Arial" panose="020B0604020202020204"/>
            </a:endParaRPr>
          </a:p>
          <a:p>
            <a:pPr marL="285750" indent="-285750" algn="l">
              <a:lnSpc>
                <a:spcPct val="150000"/>
              </a:lnSpc>
              <a:spcAft>
                <a:spcPts val="0"/>
              </a:spcAft>
              <a:buSzPts val="1900"/>
              <a:buFont typeface="Arial" panose="020B0604020202020204" pitchFamily="34" charset="0"/>
              <a:buChar char="•"/>
            </a:pPr>
            <a:r>
              <a:rPr lang="en-US" altLang="en-US" sz="1800">
                <a:solidFill>
                  <a:schemeClr val="dk1"/>
                </a:solidFill>
                <a:latin typeface="Montserrat" panose="00000500000000000000" charset="0"/>
                <a:cs typeface="Montserrat" panose="00000500000000000000" charset="0"/>
                <a:sym typeface="+mn-ea"/>
              </a:rPr>
              <a:t>Precision 87.4%: When the model flags a transaction as "fraud," it is correct 87.4% of the time. This means there are low false alarms (wrongly flagging good transactions).</a:t>
            </a:r>
            <a:endParaRPr lang="en-US" altLang="en-US" sz="1800">
              <a:solidFill>
                <a:schemeClr val="dk1"/>
              </a:solidFill>
              <a:latin typeface="Montserrat" panose="00000500000000000000" charset="0"/>
              <a:cs typeface="Montserrat" panose="00000500000000000000" charset="0"/>
            </a:endParaRPr>
          </a:p>
          <a:p>
            <a:pPr marL="285750" indent="-285750" algn="l">
              <a:lnSpc>
                <a:spcPct val="150000"/>
              </a:lnSpc>
              <a:spcAft>
                <a:spcPts val="0"/>
              </a:spcAft>
              <a:buSzPts val="1900"/>
              <a:buFont typeface="Arial" panose="020B0604020202020204" pitchFamily="34" charset="0"/>
              <a:buChar char="•"/>
            </a:pPr>
            <a:r>
              <a:rPr lang="en-US" altLang="en-US" sz="1800">
                <a:solidFill>
                  <a:schemeClr val="dk1"/>
                </a:solidFill>
                <a:latin typeface="Montserrat" panose="00000500000000000000" charset="0"/>
                <a:cs typeface="Montserrat" panose="00000500000000000000" charset="0"/>
                <a:sym typeface="+mn-ea"/>
              </a:rPr>
              <a:t>Recall 82.0%: The model successfully identifies 82% of all actual fraud cases occurring. While 18% of fraudulent cases might be missed, the high precision and high overall accuracy indicate a strong balance, likely designed not to annoy too many genuine users with false alerts.</a:t>
            </a:r>
            <a:endParaRPr lang="en-US" altLang="en-US" sz="1800">
              <a:solidFill>
                <a:schemeClr val="dk1"/>
              </a:solidFill>
              <a:latin typeface="Montserrat" panose="00000500000000000000" charset="0"/>
              <a:cs typeface="Montserrat" panose="00000500000000000000" charset="0"/>
            </a:endParaRPr>
          </a:p>
          <a:p>
            <a:pPr marL="0" marR="0" lvl="0" indent="0" algn="l" rtl="0">
              <a:lnSpc>
                <a:spcPct val="150000"/>
              </a:lnSpc>
              <a:spcBef>
                <a:spcPts val="0"/>
              </a:spcBef>
              <a:spcAft>
                <a:spcPts val="0"/>
              </a:spcAft>
              <a:buClr>
                <a:srgbClr val="000000"/>
              </a:buClr>
              <a:buSzPts val="1900"/>
              <a:buFont typeface="Arial" panose="020B0604020202020204" pitchFamily="34" charset="0"/>
              <a:buNone/>
            </a:pPr>
            <a:endParaRPr lang="en-US" altLang="en-US" sz="1800" b="0" i="0" u="none" strike="noStrike" cap="none">
              <a:solidFill>
                <a:schemeClr val="dk1"/>
              </a:solidFill>
              <a:latin typeface="Montserrat" panose="00000500000000000000" charset="0"/>
              <a:ea typeface="Arial" panose="020B0604020202020204"/>
              <a:cs typeface="Montserrat" panose="00000500000000000000" charset="0"/>
              <a:sym typeface="Arial" panose="020B0604020202020204"/>
            </a:endParaRPr>
          </a:p>
          <a:p>
            <a:pPr marL="342900" marR="0" lvl="0" indent="-342900" algn="l" rtl="0">
              <a:lnSpc>
                <a:spcPct val="150000"/>
              </a:lnSpc>
              <a:spcBef>
                <a:spcPts val="0"/>
              </a:spcBef>
              <a:spcAft>
                <a:spcPts val="0"/>
              </a:spcAft>
              <a:buClr>
                <a:srgbClr val="000000"/>
              </a:buClr>
              <a:buSzPts val="1900"/>
              <a:buFont typeface="Arial" panose="020B0604020202020204" pitchFamily="34" charset="0"/>
              <a:buChar char="•"/>
            </a:pPr>
            <a:endParaRPr sz="1900" b="0" i="0" u="none" strike="noStrike" cap="none">
              <a:solidFill>
                <a:schemeClr val="dk1"/>
              </a:solidFill>
              <a:latin typeface="Arial" panose="020B0604020202020204"/>
              <a:ea typeface="Arial" panose="020B0604020202020204"/>
              <a:cs typeface="Arial" panose="020B0604020202020204"/>
              <a:sym typeface="Arial" panose="020B0604020202020204"/>
            </a:endParaRPr>
          </a:p>
        </p:txBody>
      </p:sp>
      <p:sp>
        <p:nvSpPr>
          <p:cNvPr id="8" name="Shape 6"/>
          <p:cNvSpPr/>
          <p:nvPr>
            <p:custDataLst>
              <p:tags r:id="rId1"/>
            </p:custDataLst>
          </p:nvPr>
        </p:nvSpPr>
        <p:spPr>
          <a:xfrm>
            <a:off x="8013700" y="908685"/>
            <a:ext cx="3429000" cy="1325245"/>
          </a:xfrm>
          <a:prstGeom prst="rect">
            <a:avLst/>
          </a:prstGeom>
          <a:solidFill>
            <a:srgbClr val="E3F0FF"/>
          </a:solidFill>
          <a:ln w="12700">
            <a:solidFill>
              <a:srgbClr val="D0DFF0"/>
            </a:solidFill>
            <a:prstDash val="solid"/>
          </a:ln>
        </p:spPr>
        <p:txBody>
          <a:bodyPr/>
          <a:p>
            <a:endParaRPr lang="en-US"/>
          </a:p>
        </p:txBody>
      </p:sp>
      <p:sp>
        <p:nvSpPr>
          <p:cNvPr id="9" name="Text 7"/>
          <p:cNvSpPr/>
          <p:nvPr/>
        </p:nvSpPr>
        <p:spPr>
          <a:xfrm>
            <a:off x="8041005" y="1196848"/>
            <a:ext cx="457200" cy="457200"/>
          </a:xfrm>
          <a:prstGeom prst="rect">
            <a:avLst/>
          </a:prstGeom>
          <a:noFill/>
        </p:spPr>
        <p:txBody>
          <a:bodyPr wrap="square" lIns="0" tIns="0" rIns="0" bIns="0" rtlCol="0" anchor="ctr"/>
          <a:lstStyle/>
          <a:p>
            <a:pPr marL="0" indent="0">
              <a:buNone/>
            </a:pPr>
            <a:r>
              <a:rPr lang="en-US" sz="1800" dirty="0">
                <a:solidFill>
                  <a:srgbClr val="000000"/>
                </a:solidFill>
              </a:rPr>
              <a:t>🔁</a:t>
            </a:r>
            <a:endParaRPr lang="en-US" sz="1800" dirty="0"/>
          </a:p>
        </p:txBody>
      </p:sp>
      <p:sp>
        <p:nvSpPr>
          <p:cNvPr id="10" name="Text 8"/>
          <p:cNvSpPr/>
          <p:nvPr>
            <p:custDataLst>
              <p:tags r:id="rId2"/>
            </p:custDataLst>
          </p:nvPr>
        </p:nvSpPr>
        <p:spPr>
          <a:xfrm>
            <a:off x="8498332" y="980821"/>
            <a:ext cx="2834640" cy="274320"/>
          </a:xfrm>
          <a:prstGeom prst="rect">
            <a:avLst/>
          </a:prstGeom>
          <a:noFill/>
        </p:spPr>
        <p:txBody>
          <a:bodyPr wrap="square" lIns="0" tIns="0" rIns="0" bIns="0" rtlCol="0" anchor="ctr"/>
          <a:lstStyle/>
          <a:p>
            <a:pPr marL="0" indent="0">
              <a:buNone/>
            </a:pPr>
            <a:r>
              <a:rPr lang="en-US" sz="1800" b="1" dirty="0">
                <a:solidFill>
                  <a:srgbClr val="0D3B6E"/>
                </a:solidFill>
                <a:latin typeface="Montserrat" panose="00000500000000000000" charset="0"/>
                <a:ea typeface="Calibri" panose="020F0502020204030204" pitchFamily="34" charset="-122"/>
                <a:cs typeface="Montserrat" panose="00000500000000000000" charset="0"/>
              </a:rPr>
              <a:t>Real-Time Detection</a:t>
            </a:r>
            <a:endParaRPr lang="en-US" sz="1800" b="1" dirty="0">
              <a:solidFill>
                <a:srgbClr val="0D3B6E"/>
              </a:solidFill>
              <a:latin typeface="Montserrat" panose="00000500000000000000" charset="0"/>
              <a:ea typeface="Calibri" panose="020F0502020204030204" pitchFamily="34" charset="-122"/>
              <a:cs typeface="Montserrat" panose="00000500000000000000" charset="0"/>
            </a:endParaRPr>
          </a:p>
        </p:txBody>
      </p:sp>
      <p:sp>
        <p:nvSpPr>
          <p:cNvPr id="11" name="Text 9"/>
          <p:cNvSpPr/>
          <p:nvPr>
            <p:custDataLst>
              <p:tags r:id="rId3"/>
            </p:custDataLst>
          </p:nvPr>
        </p:nvSpPr>
        <p:spPr>
          <a:xfrm>
            <a:off x="8543925" y="1255395"/>
            <a:ext cx="2834640" cy="1014730"/>
          </a:xfrm>
          <a:prstGeom prst="rect">
            <a:avLst/>
          </a:prstGeom>
          <a:noFill/>
        </p:spPr>
        <p:txBody>
          <a:bodyPr wrap="square" lIns="0" tIns="0" rIns="0" bIns="0" rtlCol="0" anchor="ctr"/>
          <a:lstStyle/>
          <a:p>
            <a:pPr marL="0" indent="0">
              <a:buNone/>
            </a:pPr>
            <a:r>
              <a:rPr lang="en-US" dirty="0">
                <a:solidFill>
                  <a:srgbClr val="4A6080"/>
                </a:solidFill>
                <a:latin typeface="Montserrat" panose="00000500000000000000" charset="0"/>
                <a:ea typeface="Calibri" panose="020F0502020204030204" pitchFamily="34" charset="-122"/>
                <a:cs typeface="Montserrat" panose="00000500000000000000" charset="0"/>
                <a:sym typeface="+mn-ea"/>
              </a:rPr>
              <a:t>Deploy Random Forest on Kafka/Spark Streaming — score TRANSFER &amp; CASH_OUT transactions in real time</a:t>
            </a:r>
            <a:endParaRPr lang="en-US" dirty="0">
              <a:solidFill>
                <a:srgbClr val="4A6080"/>
              </a:solidFill>
              <a:latin typeface="Montserrat" panose="00000500000000000000" charset="0"/>
              <a:ea typeface="Calibri" panose="020F0502020204030204" pitchFamily="34" charset="-122"/>
              <a:cs typeface="Montserrat" panose="00000500000000000000" charset="0"/>
            </a:endParaRPr>
          </a:p>
        </p:txBody>
      </p:sp>
      <p:sp>
        <p:nvSpPr>
          <p:cNvPr id="12" name="Shape 10"/>
          <p:cNvSpPr/>
          <p:nvPr>
            <p:custDataLst>
              <p:tags r:id="rId4"/>
            </p:custDataLst>
          </p:nvPr>
        </p:nvSpPr>
        <p:spPr>
          <a:xfrm>
            <a:off x="7967980" y="2394585"/>
            <a:ext cx="3429000" cy="1169670"/>
          </a:xfrm>
          <a:prstGeom prst="rect">
            <a:avLst/>
          </a:prstGeom>
          <a:solidFill>
            <a:srgbClr val="FFFFFF"/>
          </a:solidFill>
          <a:ln w="12700">
            <a:solidFill>
              <a:srgbClr val="D0DFF0"/>
            </a:solidFill>
            <a:prstDash val="solid"/>
          </a:ln>
        </p:spPr>
        <p:txBody>
          <a:bodyPr/>
          <a:p>
            <a:endParaRPr lang="en-US"/>
          </a:p>
        </p:txBody>
      </p:sp>
      <p:sp>
        <p:nvSpPr>
          <p:cNvPr id="13" name="Text 11"/>
          <p:cNvSpPr/>
          <p:nvPr/>
        </p:nvSpPr>
        <p:spPr>
          <a:xfrm>
            <a:off x="8013700" y="2564765"/>
            <a:ext cx="457200" cy="457200"/>
          </a:xfrm>
          <a:prstGeom prst="rect">
            <a:avLst/>
          </a:prstGeom>
          <a:noFill/>
        </p:spPr>
        <p:txBody>
          <a:bodyPr wrap="square" lIns="0" tIns="0" rIns="0" bIns="0" rtlCol="0" anchor="ctr"/>
          <a:lstStyle/>
          <a:p>
            <a:pPr marL="0" indent="0">
              <a:buNone/>
            </a:pPr>
            <a:r>
              <a:rPr lang="en-US" sz="1800" dirty="0">
                <a:solidFill>
                  <a:srgbClr val="000000"/>
                </a:solidFill>
              </a:rPr>
              <a:t>🔄</a:t>
            </a:r>
            <a:endParaRPr lang="en-US" sz="1800" dirty="0"/>
          </a:p>
        </p:txBody>
      </p:sp>
      <p:sp>
        <p:nvSpPr>
          <p:cNvPr id="14" name="Text 12"/>
          <p:cNvSpPr/>
          <p:nvPr>
            <p:custDataLst>
              <p:tags r:id="rId5"/>
            </p:custDataLst>
          </p:nvPr>
        </p:nvSpPr>
        <p:spPr>
          <a:xfrm>
            <a:off x="8472297" y="2424303"/>
            <a:ext cx="2834640" cy="274320"/>
          </a:xfrm>
          <a:prstGeom prst="rect">
            <a:avLst/>
          </a:prstGeom>
          <a:noFill/>
        </p:spPr>
        <p:txBody>
          <a:bodyPr wrap="square" lIns="0" tIns="0" rIns="0" bIns="0" rtlCol="0" anchor="ctr"/>
          <a:lstStyle/>
          <a:p>
            <a:pPr marL="0" indent="0">
              <a:buNone/>
            </a:pPr>
            <a:r>
              <a:rPr lang="en-US" sz="1800" b="1" dirty="0">
                <a:solidFill>
                  <a:srgbClr val="0D3B6E"/>
                </a:solidFill>
                <a:latin typeface="Montserrat" panose="00000500000000000000" charset="0"/>
                <a:ea typeface="Calibri" panose="020F0502020204030204" pitchFamily="34" charset="-122"/>
                <a:cs typeface="Montserrat" panose="00000500000000000000" charset="0"/>
              </a:rPr>
              <a:t>Continuous Retraining</a:t>
            </a:r>
            <a:endParaRPr lang="en-US" sz="1800" b="1" dirty="0">
              <a:solidFill>
                <a:srgbClr val="0D3B6E"/>
              </a:solidFill>
              <a:latin typeface="Montserrat" panose="00000500000000000000" charset="0"/>
              <a:ea typeface="Calibri" panose="020F0502020204030204" pitchFamily="34" charset="-122"/>
              <a:cs typeface="Montserrat" panose="00000500000000000000" charset="0"/>
            </a:endParaRPr>
          </a:p>
        </p:txBody>
      </p:sp>
      <p:sp>
        <p:nvSpPr>
          <p:cNvPr id="15" name="Text 13"/>
          <p:cNvSpPr/>
          <p:nvPr>
            <p:custDataLst>
              <p:tags r:id="rId6"/>
            </p:custDataLst>
          </p:nvPr>
        </p:nvSpPr>
        <p:spPr>
          <a:xfrm>
            <a:off x="8544052" y="2853182"/>
            <a:ext cx="2834640" cy="457200"/>
          </a:xfrm>
          <a:prstGeom prst="rect">
            <a:avLst/>
          </a:prstGeom>
          <a:noFill/>
        </p:spPr>
        <p:txBody>
          <a:bodyPr wrap="square" lIns="0" tIns="0" rIns="0" bIns="0" rtlCol="0" anchor="ctr"/>
          <a:lstStyle/>
          <a:p>
            <a:pPr marL="0" indent="0">
              <a:buNone/>
            </a:pPr>
            <a:r>
              <a:rPr lang="en-US" dirty="0">
                <a:solidFill>
                  <a:srgbClr val="4A6080"/>
                </a:solidFill>
                <a:latin typeface="Montserrat" panose="00000500000000000000" charset="0"/>
                <a:ea typeface="Calibri" panose="020F0502020204030204" pitchFamily="34" charset="-122"/>
                <a:cs typeface="Montserrat" panose="00000500000000000000" charset="0"/>
              </a:rPr>
              <a:t>Retrain monthly as fraud patterns evolve; monitor data drift on</a:t>
            </a:r>
            <a:r>
              <a:rPr lang="en-US" sz="1800" dirty="0">
                <a:solidFill>
                  <a:srgbClr val="4A6080"/>
                </a:solidFill>
                <a:latin typeface="Montserrat" panose="00000500000000000000" charset="0"/>
                <a:ea typeface="Calibri" panose="020F0502020204030204" pitchFamily="34" charset="-122"/>
                <a:cs typeface="Montserrat" panose="00000500000000000000" charset="0"/>
              </a:rPr>
              <a:t> </a:t>
            </a:r>
            <a:r>
              <a:rPr lang="en-US" dirty="0">
                <a:solidFill>
                  <a:srgbClr val="4A6080"/>
                </a:solidFill>
                <a:latin typeface="Montserrat" panose="00000500000000000000" charset="0"/>
                <a:ea typeface="Calibri" panose="020F0502020204030204" pitchFamily="34" charset="-122"/>
                <a:cs typeface="Montserrat" panose="00000500000000000000" charset="0"/>
              </a:rPr>
              <a:t>amount distributions</a:t>
            </a:r>
            <a:endParaRPr lang="en-US" dirty="0">
              <a:solidFill>
                <a:srgbClr val="4A6080"/>
              </a:solidFill>
              <a:latin typeface="Montserrat" panose="00000500000000000000" charset="0"/>
              <a:ea typeface="Calibri" panose="020F0502020204030204" pitchFamily="34" charset="-122"/>
              <a:cs typeface="Montserrat" panose="00000500000000000000" charset="0"/>
            </a:endParaRPr>
          </a:p>
        </p:txBody>
      </p:sp>
      <p:sp>
        <p:nvSpPr>
          <p:cNvPr id="16" name="Shape 14"/>
          <p:cNvSpPr/>
          <p:nvPr>
            <p:custDataLst>
              <p:tags r:id="rId7"/>
            </p:custDataLst>
          </p:nvPr>
        </p:nvSpPr>
        <p:spPr>
          <a:xfrm>
            <a:off x="7967980" y="3683000"/>
            <a:ext cx="3429000" cy="1198880"/>
          </a:xfrm>
          <a:prstGeom prst="rect">
            <a:avLst/>
          </a:prstGeom>
          <a:solidFill>
            <a:srgbClr val="E3F0FF"/>
          </a:solidFill>
          <a:ln w="12700">
            <a:solidFill>
              <a:srgbClr val="D0DFF0"/>
            </a:solidFill>
            <a:prstDash val="solid"/>
          </a:ln>
        </p:spPr>
      </p:sp>
      <p:sp>
        <p:nvSpPr>
          <p:cNvPr id="17" name="Text 15"/>
          <p:cNvSpPr/>
          <p:nvPr/>
        </p:nvSpPr>
        <p:spPr>
          <a:xfrm>
            <a:off x="8013700" y="3861562"/>
            <a:ext cx="457200" cy="457200"/>
          </a:xfrm>
          <a:prstGeom prst="rect">
            <a:avLst/>
          </a:prstGeom>
          <a:noFill/>
        </p:spPr>
        <p:txBody>
          <a:bodyPr wrap="square" lIns="0" tIns="0" rIns="0" bIns="0" rtlCol="0" anchor="ctr"/>
          <a:lstStyle/>
          <a:p>
            <a:pPr marL="0" indent="0">
              <a:buNone/>
            </a:pPr>
            <a:r>
              <a:rPr lang="en-US" sz="1800" dirty="0">
                <a:solidFill>
                  <a:srgbClr val="000000"/>
                </a:solidFill>
              </a:rPr>
              <a:t>🛡️</a:t>
            </a:r>
            <a:endParaRPr lang="en-US" sz="1800" dirty="0"/>
          </a:p>
        </p:txBody>
      </p:sp>
      <p:sp>
        <p:nvSpPr>
          <p:cNvPr id="18" name="Text 16"/>
          <p:cNvSpPr/>
          <p:nvPr>
            <p:custDataLst>
              <p:tags r:id="rId8"/>
            </p:custDataLst>
          </p:nvPr>
        </p:nvSpPr>
        <p:spPr>
          <a:xfrm>
            <a:off x="8498332" y="3765550"/>
            <a:ext cx="2834640" cy="274320"/>
          </a:xfrm>
          <a:prstGeom prst="rect">
            <a:avLst/>
          </a:prstGeom>
          <a:noFill/>
        </p:spPr>
        <p:txBody>
          <a:bodyPr wrap="square" lIns="0" tIns="0" rIns="0" bIns="0" rtlCol="0" anchor="ctr"/>
          <a:lstStyle/>
          <a:p>
            <a:pPr marL="0" indent="0">
              <a:buNone/>
            </a:pPr>
            <a:r>
              <a:rPr lang="en-US" sz="1800" b="1" dirty="0">
                <a:solidFill>
                  <a:srgbClr val="0D3B6E"/>
                </a:solidFill>
                <a:latin typeface="Montserrat" panose="00000500000000000000" charset="0"/>
                <a:ea typeface="Calibri" panose="020F0502020204030204" pitchFamily="34" charset="-122"/>
                <a:cs typeface="Montserrat" panose="00000500000000000000" charset="0"/>
              </a:rPr>
              <a:t>Hybrid Approach</a:t>
            </a:r>
            <a:endParaRPr lang="en-US" sz="1800" b="1" dirty="0">
              <a:solidFill>
                <a:srgbClr val="0D3B6E"/>
              </a:solidFill>
              <a:latin typeface="Montserrat" panose="00000500000000000000" charset="0"/>
              <a:ea typeface="Calibri" panose="020F0502020204030204" pitchFamily="34" charset="-122"/>
              <a:cs typeface="Montserrat" panose="00000500000000000000" charset="0"/>
            </a:endParaRPr>
          </a:p>
        </p:txBody>
      </p:sp>
      <p:sp>
        <p:nvSpPr>
          <p:cNvPr id="19" name="Text 17"/>
          <p:cNvSpPr/>
          <p:nvPr>
            <p:custDataLst>
              <p:tags r:id="rId9"/>
            </p:custDataLst>
          </p:nvPr>
        </p:nvSpPr>
        <p:spPr>
          <a:xfrm>
            <a:off x="8498205" y="4046855"/>
            <a:ext cx="2834640" cy="824230"/>
          </a:xfrm>
          <a:prstGeom prst="rect">
            <a:avLst/>
          </a:prstGeom>
          <a:noFill/>
        </p:spPr>
        <p:txBody>
          <a:bodyPr wrap="square" lIns="0" tIns="0" rIns="0" bIns="0" rtlCol="0" anchor="ctr"/>
          <a:lstStyle/>
          <a:p>
            <a:pPr marL="0" indent="0">
              <a:buNone/>
            </a:pPr>
            <a:r>
              <a:rPr lang="en-US" dirty="0">
                <a:solidFill>
                  <a:srgbClr val="4A6080"/>
                </a:solidFill>
                <a:latin typeface="Montserrat" panose="00000500000000000000" charset="0"/>
                <a:ea typeface="Calibri" panose="020F0502020204030204" pitchFamily="34" charset="-122"/>
                <a:cs typeface="Montserrat" panose="00000500000000000000" charset="0"/>
                <a:sym typeface="+mn-ea"/>
              </a:rPr>
              <a:t>Combine Random Forest with rule: flag any TRANSFER where newbalanceOrig drops to zero</a:t>
            </a:r>
            <a:endParaRPr lang="en-US" dirty="0">
              <a:solidFill>
                <a:srgbClr val="4A6080"/>
              </a:solidFill>
              <a:latin typeface="Montserrat" panose="00000500000000000000" charset="0"/>
              <a:ea typeface="Calibri" panose="020F0502020204030204" pitchFamily="34" charset="-122"/>
              <a:cs typeface="Montserrat" panose="00000500000000000000" charset="0"/>
            </a:endParaRPr>
          </a:p>
        </p:txBody>
      </p:sp>
      <p:sp>
        <p:nvSpPr>
          <p:cNvPr id="20" name="Shape 18"/>
          <p:cNvSpPr/>
          <p:nvPr>
            <p:custDataLst>
              <p:tags r:id="rId10"/>
            </p:custDataLst>
          </p:nvPr>
        </p:nvSpPr>
        <p:spPr>
          <a:xfrm>
            <a:off x="7949565" y="5013325"/>
            <a:ext cx="3429000" cy="1217295"/>
          </a:xfrm>
          <a:prstGeom prst="rect">
            <a:avLst/>
          </a:prstGeom>
          <a:solidFill>
            <a:srgbClr val="FFFFFF"/>
          </a:solidFill>
          <a:ln w="12700">
            <a:solidFill>
              <a:srgbClr val="D0DFF0"/>
            </a:solidFill>
            <a:prstDash val="solid"/>
          </a:ln>
        </p:spPr>
      </p:sp>
      <p:sp>
        <p:nvSpPr>
          <p:cNvPr id="21" name="Text 19"/>
          <p:cNvSpPr/>
          <p:nvPr/>
        </p:nvSpPr>
        <p:spPr>
          <a:xfrm>
            <a:off x="7967980" y="5204079"/>
            <a:ext cx="457200" cy="457200"/>
          </a:xfrm>
          <a:prstGeom prst="rect">
            <a:avLst/>
          </a:prstGeom>
          <a:noFill/>
        </p:spPr>
        <p:txBody>
          <a:bodyPr wrap="square" lIns="0" tIns="0" rIns="0" bIns="0" rtlCol="0" anchor="ctr"/>
          <a:lstStyle/>
          <a:p>
            <a:pPr marL="0" indent="0">
              <a:buNone/>
            </a:pPr>
            <a:r>
              <a:rPr lang="en-US" sz="1800" dirty="0">
                <a:solidFill>
                  <a:srgbClr val="000000"/>
                </a:solidFill>
              </a:rPr>
              <a:t>📊</a:t>
            </a:r>
            <a:endParaRPr lang="en-US" sz="1800" dirty="0"/>
          </a:p>
        </p:txBody>
      </p:sp>
      <p:sp>
        <p:nvSpPr>
          <p:cNvPr id="22" name="Text 20"/>
          <p:cNvSpPr/>
          <p:nvPr>
            <p:custDataLst>
              <p:tags r:id="rId11"/>
            </p:custDataLst>
          </p:nvPr>
        </p:nvSpPr>
        <p:spPr>
          <a:xfrm>
            <a:off x="8498332" y="5157597"/>
            <a:ext cx="2834640" cy="274320"/>
          </a:xfrm>
          <a:prstGeom prst="rect">
            <a:avLst/>
          </a:prstGeom>
          <a:noFill/>
        </p:spPr>
        <p:txBody>
          <a:bodyPr wrap="square" lIns="0" tIns="0" rIns="0" bIns="0" rtlCol="0" anchor="ctr"/>
          <a:lstStyle/>
          <a:p>
            <a:pPr marL="0" indent="0">
              <a:buNone/>
            </a:pPr>
            <a:r>
              <a:rPr lang="en-US" sz="1800" b="1" dirty="0">
                <a:solidFill>
                  <a:srgbClr val="0D3B6E"/>
                </a:solidFill>
                <a:latin typeface="Montserrat" panose="00000500000000000000" charset="0"/>
                <a:ea typeface="Calibri" panose="020F0502020204030204" pitchFamily="34" charset="-122"/>
                <a:cs typeface="Montserrat" panose="00000500000000000000" charset="0"/>
              </a:rPr>
              <a:t>Monitoring &amp; Alerts</a:t>
            </a:r>
            <a:endParaRPr lang="en-US" sz="1800" b="1" dirty="0">
              <a:solidFill>
                <a:srgbClr val="0D3B6E"/>
              </a:solidFill>
              <a:latin typeface="Montserrat" panose="00000500000000000000" charset="0"/>
              <a:ea typeface="Calibri" panose="020F0502020204030204" pitchFamily="34" charset="-122"/>
              <a:cs typeface="Montserrat" panose="00000500000000000000" charset="0"/>
            </a:endParaRPr>
          </a:p>
        </p:txBody>
      </p:sp>
      <p:sp>
        <p:nvSpPr>
          <p:cNvPr id="23" name="Text 21"/>
          <p:cNvSpPr/>
          <p:nvPr>
            <p:custDataLst>
              <p:tags r:id="rId12"/>
            </p:custDataLst>
          </p:nvPr>
        </p:nvSpPr>
        <p:spPr>
          <a:xfrm>
            <a:off x="8543925" y="5471160"/>
            <a:ext cx="2834640" cy="647065"/>
          </a:xfrm>
          <a:prstGeom prst="rect">
            <a:avLst/>
          </a:prstGeom>
          <a:noFill/>
        </p:spPr>
        <p:txBody>
          <a:bodyPr wrap="square" lIns="0" tIns="0" rIns="0" bIns="0" rtlCol="0" anchor="ctr"/>
          <a:lstStyle/>
          <a:p>
            <a:pPr marL="0" indent="0">
              <a:buNone/>
            </a:pPr>
            <a:r>
              <a:rPr lang="en-US" dirty="0">
                <a:solidFill>
                  <a:srgbClr val="4A6080"/>
                </a:solidFill>
                <a:latin typeface="Montserrat" panose="00000500000000000000" charset="0"/>
                <a:ea typeface="Calibri" panose="020F0502020204030204" pitchFamily="34" charset="-122"/>
                <a:cs typeface="Montserrat" panose="00000500000000000000" charset="0"/>
              </a:rPr>
              <a:t>Track Recall weekly — a drop signals new fraud patterns emerging in production data</a:t>
            </a:r>
            <a:endParaRPr lang="en-US" dirty="0">
              <a:solidFill>
                <a:srgbClr val="4A6080"/>
              </a:solidFill>
              <a:latin typeface="Montserrat" panose="00000500000000000000" charset="0"/>
              <a:ea typeface="Calibri" panose="020F0502020204030204" pitchFamily="34" charset="-122"/>
              <a:cs typeface="Montserrat" panose="00000500000000000000" charset="0"/>
            </a:endParaRPr>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230" name="Shape 230"/>
        <p:cNvGrpSpPr/>
        <p:nvPr/>
      </p:nvGrpSpPr>
      <p:grpSpPr>
        <a:xfrm>
          <a:off x="0" y="0"/>
          <a:ext cx="0" cy="0"/>
          <a:chOff x="0" y="0"/>
          <a:chExt cx="0" cy="0"/>
        </a:xfrm>
      </p:grpSpPr>
      <p:pic>
        <p:nvPicPr>
          <p:cNvPr id="231" name="Google Shape;231;p31"/>
          <p:cNvPicPr preferRelativeResize="0"/>
          <p:nvPr/>
        </p:nvPicPr>
        <p:blipFill rotWithShape="1">
          <a:blip r:embed="rId1"/>
          <a:srcRect/>
          <a:stretch>
            <a:fillRect/>
          </a:stretch>
        </p:blipFill>
        <p:spPr>
          <a:xfrm>
            <a:off x="1259032" y="2316215"/>
            <a:ext cx="9673936" cy="3575430"/>
          </a:xfrm>
          <a:prstGeom prst="rect">
            <a:avLst/>
          </a:prstGeom>
          <a:noFill/>
          <a:ln>
            <a:noFill/>
          </a:ln>
        </p:spPr>
      </p:pic>
      <p:sp>
        <p:nvSpPr>
          <p:cNvPr id="232" name="Google Shape;232;p31"/>
          <p:cNvSpPr txBox="1"/>
          <p:nvPr>
            <p:ph type="sldNum" idx="12"/>
          </p:nvPr>
        </p:nvSpPr>
        <p:spPr>
          <a:xfrm>
            <a:off x="11296611" y="6014423"/>
            <a:ext cx="731600" cy="524800"/>
          </a:xfrm>
          <a:prstGeom prst="rect">
            <a:avLst/>
          </a:prstGeom>
          <a:no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panose="020B0604020202020204"/>
              <a:buNone/>
            </a:pPr>
            <a:fld id="{00000000-1234-1234-1234-123412341234}" type="slidenum">
              <a:rPr lang="en-US"/>
            </a:fld>
            <a:endParaRPr lang="en-US"/>
          </a:p>
        </p:txBody>
      </p:sp>
      <p:sp>
        <p:nvSpPr>
          <p:cNvPr id="233" name="Google Shape;233;p31"/>
          <p:cNvSpPr txBox="1"/>
          <p:nvPr/>
        </p:nvSpPr>
        <p:spPr>
          <a:xfrm>
            <a:off x="0" y="771572"/>
            <a:ext cx="12192000" cy="1197610"/>
          </a:xfrm>
          <a:prstGeom prst="rect">
            <a:avLst/>
          </a:prstGeom>
          <a:noFill/>
          <a:ln>
            <a:noFill/>
          </a:ln>
        </p:spPr>
        <p:txBody>
          <a:bodyPr spcFirstLastPara="1" wrap="square" lIns="91425" tIns="45700" rIns="91425" bIns="45700" anchor="t" anchorCtr="0">
            <a:spAutoFit/>
          </a:bodyPr>
          <a:lstStyle/>
          <a:p>
            <a:pPr marL="0" marR="0" lvl="0" indent="0" algn="ctr" rtl="0">
              <a:lnSpc>
                <a:spcPct val="100000"/>
              </a:lnSpc>
              <a:spcBef>
                <a:spcPts val="0"/>
              </a:spcBef>
              <a:spcAft>
                <a:spcPts val="0"/>
              </a:spcAft>
              <a:buClr>
                <a:srgbClr val="000000"/>
              </a:buClr>
              <a:buSzPts val="1800"/>
              <a:buFont typeface="Arial" panose="020B0604020202020204"/>
              <a:buNone/>
            </a:pPr>
            <a:endParaRPr sz="1800" b="1" i="0" u="none" strike="noStrike" cap="none">
              <a:solidFill>
                <a:schemeClr val="dk1"/>
              </a:solidFill>
              <a:latin typeface="Montserrat" panose="00000500000000000000"/>
              <a:ea typeface="Montserrat" panose="00000500000000000000"/>
              <a:cs typeface="Montserrat" panose="00000500000000000000"/>
              <a:sym typeface="Montserrat" panose="00000500000000000000"/>
            </a:endParaRPr>
          </a:p>
          <a:p>
            <a:pPr marL="0" marR="0" lvl="0" indent="0" algn="l" rtl="0">
              <a:lnSpc>
                <a:spcPct val="100000"/>
              </a:lnSpc>
              <a:spcBef>
                <a:spcPts val="0"/>
              </a:spcBef>
              <a:spcAft>
                <a:spcPts val="0"/>
              </a:spcAft>
              <a:buClr>
                <a:srgbClr val="000000"/>
              </a:buClr>
              <a:buSzPts val="1800"/>
              <a:buFont typeface="Arial" panose="020B0604020202020204"/>
              <a:buNone/>
            </a:pPr>
            <a:endParaRPr sz="1800" b="1" i="0" u="none" strike="noStrike" cap="none">
              <a:solidFill>
                <a:schemeClr val="dk1"/>
              </a:solidFill>
              <a:latin typeface="Montserrat" panose="00000500000000000000"/>
              <a:ea typeface="Montserrat" panose="00000500000000000000"/>
              <a:cs typeface="Montserrat" panose="00000500000000000000"/>
              <a:sym typeface="Montserrat" panose="00000500000000000000"/>
            </a:endParaRPr>
          </a:p>
          <a:p>
            <a:pPr marL="0" marR="0" lvl="0" indent="0" algn="ctr" rtl="0">
              <a:lnSpc>
                <a:spcPct val="100000"/>
              </a:lnSpc>
              <a:spcBef>
                <a:spcPts val="0"/>
              </a:spcBef>
              <a:spcAft>
                <a:spcPts val="0"/>
              </a:spcAft>
              <a:buClr>
                <a:srgbClr val="000000"/>
              </a:buClr>
              <a:buSzPts val="1800"/>
              <a:buFont typeface="Arial" panose="020B0604020202020204"/>
              <a:buNone/>
            </a:pPr>
            <a:r>
              <a:rPr lang="en-US" sz="1800" b="1" i="0" u="none" strike="noStrike" cap="none">
                <a:solidFill>
                  <a:schemeClr val="dk1"/>
                </a:solidFill>
                <a:latin typeface="Montserrat" panose="00000500000000000000"/>
                <a:ea typeface="Montserrat" panose="00000500000000000000"/>
                <a:cs typeface="Montserrat" panose="00000500000000000000"/>
                <a:sym typeface="Montserrat" panose="00000500000000000000"/>
              </a:rPr>
              <a:t>Shraddha Tiwari</a:t>
            </a:r>
            <a:br>
              <a:rPr lang="en-US" sz="1800" b="1" i="0" u="none" strike="noStrike" cap="none">
                <a:solidFill>
                  <a:schemeClr val="dk1"/>
                </a:solidFill>
                <a:latin typeface="Montserrat" panose="00000500000000000000"/>
                <a:ea typeface="Montserrat" panose="00000500000000000000"/>
                <a:cs typeface="Montserrat" panose="00000500000000000000"/>
                <a:sym typeface="Montserrat" panose="00000500000000000000"/>
              </a:rPr>
            </a:br>
            <a:r>
              <a:rPr lang="en-US" sz="1800" b="1" i="0" u="none" strike="noStrike" cap="none">
                <a:solidFill>
                  <a:schemeClr val="dk1"/>
                </a:solidFill>
                <a:latin typeface="Montserrat" panose="00000500000000000000"/>
                <a:ea typeface="Montserrat" panose="00000500000000000000"/>
                <a:cs typeface="Montserrat" panose="00000500000000000000"/>
                <a:sym typeface="Montserrat" panose="00000500000000000000"/>
              </a:rPr>
              <a:t>respond.shraddha@gmail.com </a:t>
            </a:r>
            <a:endParaRPr lang="en-US" sz="1400" b="0" i="0" u="none" strike="noStrike" cap="none">
              <a:solidFill>
                <a:srgbClr val="000000"/>
              </a:solidFill>
              <a:latin typeface="Arial" panose="020B0604020202020204"/>
              <a:ea typeface="Arial" panose="020B0604020202020204"/>
              <a:cs typeface="Arial" panose="020B0604020202020204"/>
              <a:sym typeface="Arial" panose="020B0604020202020204"/>
            </a:endParaRPr>
          </a:p>
        </p:txBody>
      </p:sp>
    </p:spTree>
  </p:cSld>
  <p:clrMapOvr>
    <a:masterClrMapping/>
  </p:clrMapOvr>
</p:sld>
</file>

<file path=ppt/tags/tag1.xml><?xml version="1.0" encoding="utf-8"?>
<p:tagLst xmlns:p="http://schemas.openxmlformats.org/presentationml/2006/main">
  <p:tag name="TABLE_ENDDRAG_ORIGIN_RECT" val="464*276"/>
  <p:tag name="TABLE_ENDDRAG_RECT" val="12*101*465*276"/>
</p:tagLst>
</file>

<file path=ppt/tags/tag2.xml><?xml version="1.0" encoding="utf-8"?>
<p:tagLst xmlns:p="http://schemas.openxmlformats.org/presentationml/2006/main">
  <p:tag name="KSO_WM_DIAGRAM_VIRTUALLY_FRAME" val="{&quot;height&quot;:234.84,&quot;left&quot;:14.4,&quot;top&quot;:300.96,&quot;width&quot;:856.8}"/>
</p:tagLst>
</file>

<file path=ppt/tags/tag3.xml><?xml version="1.0" encoding="utf-8"?>
<p:tagLst xmlns:p="http://schemas.openxmlformats.org/presentationml/2006/main">
  <p:tag name="KSO_WM_DIAGRAM_VIRTUALLY_FRAME" val="{&quot;height&quot;:234.84,&quot;left&quot;:14.4,&quot;top&quot;:300.96,&quot;width&quot;:856.8}"/>
</p:tagLst>
</file>

<file path=ppt/tags/tag4.xml><?xml version="1.0" encoding="utf-8"?>
<p:tagLst xmlns:p="http://schemas.openxmlformats.org/presentationml/2006/main">
  <p:tag name="KSO_WM_DIAGRAM_VIRTUALLY_FRAME" val="{&quot;height&quot;:96.48000000000002,&quot;left&quot;:14.4,&quot;top&quot;:300.96,&quot;width&quot;:684}"/>
</p:tagLst>
</file>

<file path=ppt/tags/tag5.xml><?xml version="1.0" encoding="utf-8"?>
<p:tagLst xmlns:p="http://schemas.openxmlformats.org/presentationml/2006/main">
  <p:tag name="KSO_WM_DIAGRAM_VIRTUALLY_FRAME" val="{&quot;height&quot;:234.84,&quot;left&quot;:14.4,&quot;top&quot;:300.96,&quot;width&quot;:856.8}"/>
</p:tagLst>
</file>

<file path=ppt/tags/tag6.xml><?xml version="1.0" encoding="utf-8"?>
<p:tagLst xmlns:p="http://schemas.openxmlformats.org/presentationml/2006/main">
  <p:tag name="KSO_WM_DIAGRAM_VIRTUALLY_FRAME" val="{&quot;height&quot;:234.84,&quot;left&quot;:14.4,&quot;top&quot;:300.96,&quot;width&quot;:856.8}"/>
</p:tagLst>
</file>

<file path=ppt/tags/tag7.xml><?xml version="1.0" encoding="utf-8"?>
<p:tagLst xmlns:p="http://schemas.openxmlformats.org/presentationml/2006/main">
  <p:tag name="TABLE_ENDDRAG_ORIGIN_RECT" val="907*155"/>
  <p:tag name="TABLE_ENDDRAG_RECT" val="26*375*907*155"/>
</p:tagLst>
</file>

<file path=ppt/tags/tag8.xml><?xml version="1.0" encoding="utf-8"?>
<p:tagLst xmlns:p="http://schemas.openxmlformats.org/presentationml/2006/main">
  <p:tag name="KSO_WM_DIAGRAM_VIRTUALLY_FRAME" val="{&quot;height&quot;:234.84,&quot;left&quot;:14.4,&quot;top&quot;:300.96,&quot;width&quot;:856.8}"/>
</p:tagLst>
</file>

<file path=ppt/tags/tag9.xml><?xml version="1.0" encoding="utf-8"?>
<p:tagLst xmlns:p="http://schemas.openxmlformats.org/presentationml/2006/main">
  <p:tag name="KSO_WM_DIAGRAM_VIRTUALLY_FRAME" val="{&quot;height&quot;:234.84,&quot;left&quot;:14.4,&quot;top&quot;:300.96,&quot;width&quot;:856.8}"/>
</p:tagLst>
</file>

<file path=ppt/tags/tag10.xml><?xml version="1.0" encoding="utf-8"?>
<p:tagLst xmlns:p="http://schemas.openxmlformats.org/presentationml/2006/main">
  <p:tag name="KSO_WM_DIAGRAM_VIRTUALLY_FRAME" val="{&quot;height&quot;:252,&quot;left&quot;:381.6,&quot;top&quot;:115.2,&quot;width&quot;:316.8}"/>
</p:tagLst>
</file>

<file path=ppt/tags/tag11.xml><?xml version="1.0" encoding="utf-8"?>
<p:tagLst xmlns:p="http://schemas.openxmlformats.org/presentationml/2006/main">
  <p:tag name="KSO_WM_DIAGRAM_VIRTUALLY_FRAME" val="{&quot;height&quot;:252,&quot;left&quot;:381.6,&quot;top&quot;:115.2,&quot;width&quot;:316.8}"/>
</p:tagLst>
</file>

<file path=ppt/tags/tag12.xml><?xml version="1.0" encoding="utf-8"?>
<p:tagLst xmlns:p="http://schemas.openxmlformats.org/presentationml/2006/main">
  <p:tag name="KSO_WM_DIAGRAM_VIRTUALLY_FRAME" val="{&quot;height&quot;:252,&quot;left&quot;:381.6,&quot;top&quot;:115.2,&quot;width&quot;:316.8}"/>
</p:tagLst>
</file>

<file path=ppt/tags/tag13.xml><?xml version="1.0" encoding="utf-8"?>
<p:tagLst xmlns:p="http://schemas.openxmlformats.org/presentationml/2006/main">
  <p:tag name="KSO_WM_DIAGRAM_VIRTUALLY_FRAME" val="{&quot;height&quot;:252,&quot;left&quot;:381.6,&quot;top&quot;:115.2,&quot;width&quot;:316.8}"/>
</p:tagLst>
</file>

<file path=ppt/tags/tag14.xml><?xml version="1.0" encoding="utf-8"?>
<p:tagLst xmlns:p="http://schemas.openxmlformats.org/presentationml/2006/main">
  <p:tag name="KSO_WM_DIAGRAM_VIRTUALLY_FRAME" val="{&quot;height&quot;:252,&quot;left&quot;:381.6,&quot;top&quot;:115.2,&quot;width&quot;:316.8}"/>
</p:tagLst>
</file>

<file path=ppt/tags/tag15.xml><?xml version="1.0" encoding="utf-8"?>
<p:tagLst xmlns:p="http://schemas.openxmlformats.org/presentationml/2006/main">
  <p:tag name="KSO_WM_DIAGRAM_VIRTUALLY_FRAME" val="{&quot;height&quot;:252,&quot;left&quot;:381.6,&quot;top&quot;:115.2,&quot;width&quot;:316.8}"/>
</p:tagLst>
</file>

<file path=ppt/tags/tag16.xml><?xml version="1.0" encoding="utf-8"?>
<p:tagLst xmlns:p="http://schemas.openxmlformats.org/presentationml/2006/main">
  <p:tag name="KSO_WM_DIAGRAM_VIRTUALLY_FRAME" val="{&quot;height&quot;:252,&quot;left&quot;:381.6,&quot;top&quot;:115.2,&quot;width&quot;:316.8}"/>
</p:tagLst>
</file>

<file path=ppt/tags/tag17.xml><?xml version="1.0" encoding="utf-8"?>
<p:tagLst xmlns:p="http://schemas.openxmlformats.org/presentationml/2006/main">
  <p:tag name="KSO_WM_DIAGRAM_VIRTUALLY_FRAME" val="{&quot;height&quot;:252,&quot;left&quot;:381.6,&quot;top&quot;:115.2,&quot;width&quot;:316.8}"/>
</p:tagLst>
</file>

<file path=ppt/tags/tag18.xml><?xml version="1.0" encoding="utf-8"?>
<p:tagLst xmlns:p="http://schemas.openxmlformats.org/presentationml/2006/main">
  <p:tag name="KSO_WM_DIAGRAM_VIRTUALLY_FRAME" val="{&quot;height&quot;:252,&quot;left&quot;:381.6,&quot;top&quot;:115.2,&quot;width&quot;:316.8}"/>
</p:tagLst>
</file>

<file path=ppt/tags/tag19.xml><?xml version="1.0" encoding="utf-8"?>
<p:tagLst xmlns:p="http://schemas.openxmlformats.org/presentationml/2006/main">
  <p:tag name="KSO_WM_DIAGRAM_VIRTUALLY_FRAME" val="{&quot;height&quot;:252,&quot;left&quot;:381.6,&quot;top&quot;:115.2,&quot;width&quot;:316.8}"/>
</p:tagLst>
</file>

<file path=ppt/tags/tag20.xml><?xml version="1.0" encoding="utf-8"?>
<p:tagLst xmlns:p="http://schemas.openxmlformats.org/presentationml/2006/main">
  <p:tag name="KSO_WM_DIAGRAM_VIRTUALLY_FRAME" val="{&quot;height&quot;:252,&quot;left&quot;:381.6,&quot;top&quot;:115.2,&quot;width&quot;:316.8}"/>
</p:tagLst>
</file>

<file path=ppt/tags/tag21.xml><?xml version="1.0" encoding="utf-8"?>
<p:tagLst xmlns:p="http://schemas.openxmlformats.org/presentationml/2006/main">
  <p:tag name="KSO_WM_DIAGRAM_VIRTUALLY_FRAME" val="{&quot;height&quot;:252,&quot;left&quot;:381.6,&quot;top&quot;:115.2,&quot;width&quot;:316.8}"/>
</p:tagLst>
</file>

<file path=ppt/tags/tag22.xml><?xml version="1.0" encoding="utf-8"?>
<p:tagLst xmlns:p="http://schemas.openxmlformats.org/presentationml/2006/main">
  <p:tag name="TABLE_ENDDRAG_ORIGIN_RECT" val="803*268"/>
  <p:tag name="TABLE_ENDDRAG_RECT" val="67*121*803*268"/>
</p:tagLst>
</file>

<file path=ppt/tags/tag23.xml><?xml version="1.0" encoding="utf-8"?>
<p:tagLst xmlns:p="http://schemas.openxmlformats.org/presentationml/2006/main">
  <p:tag name="KSO_WM_DIAGRAM_VIRTUALLY_FRAME" val="{&quot;height&quot;:301.68,&quot;left&quot;:432,&quot;top&quot;:82.8,&quot;width&quot;:270}"/>
</p:tagLst>
</file>

<file path=ppt/tags/tag24.xml><?xml version="1.0" encoding="utf-8"?>
<p:tagLst xmlns:p="http://schemas.openxmlformats.org/presentationml/2006/main">
  <p:tag name="KSO_WM_DIAGRAM_VIRTUALLY_FRAME" val="{&quot;height&quot;:301.68,&quot;left&quot;:432,&quot;top&quot;:82.8,&quot;width&quot;:270}"/>
</p:tagLst>
</file>

<file path=ppt/tags/tag25.xml><?xml version="1.0" encoding="utf-8"?>
<p:tagLst xmlns:p="http://schemas.openxmlformats.org/presentationml/2006/main">
  <p:tag name="KSO_WM_DIAGRAM_VIRTUALLY_FRAME" val="{&quot;height&quot;:301.68,&quot;left&quot;:432,&quot;top&quot;:82.8,&quot;width&quot;:270}"/>
</p:tagLst>
</file>

<file path=ppt/tags/tag26.xml><?xml version="1.0" encoding="utf-8"?>
<p:tagLst xmlns:p="http://schemas.openxmlformats.org/presentationml/2006/main">
  <p:tag name="KSO_WM_DIAGRAM_VIRTUALLY_FRAME" val="{&quot;height&quot;:301.68,&quot;left&quot;:432,&quot;top&quot;:82.8,&quot;width&quot;:270}"/>
</p:tagLst>
</file>

<file path=ppt/tags/tag27.xml><?xml version="1.0" encoding="utf-8"?>
<p:tagLst xmlns:p="http://schemas.openxmlformats.org/presentationml/2006/main">
  <p:tag name="KSO_WM_DIAGRAM_VIRTUALLY_FRAME" val="{&quot;height&quot;:301.68,&quot;left&quot;:432,&quot;top&quot;:82.8,&quot;width&quot;:270}"/>
</p:tagLst>
</file>

<file path=ppt/tags/tag28.xml><?xml version="1.0" encoding="utf-8"?>
<p:tagLst xmlns:p="http://schemas.openxmlformats.org/presentationml/2006/main">
  <p:tag name="KSO_WM_DIAGRAM_VIRTUALLY_FRAME" val="{&quot;height&quot;:301.68,&quot;left&quot;:432,&quot;top&quot;:82.8,&quot;width&quot;:270}"/>
</p:tagLst>
</file>

<file path=ppt/tags/tag29.xml><?xml version="1.0" encoding="utf-8"?>
<p:tagLst xmlns:p="http://schemas.openxmlformats.org/presentationml/2006/main">
  <p:tag name="KSO_WM_DIAGRAM_VIRTUALLY_FRAME" val="{&quot;height&quot;:301.68,&quot;left&quot;:432,&quot;top&quot;:82.8,&quot;width&quot;:270}"/>
</p:tagLst>
</file>

<file path=ppt/tags/tag30.xml><?xml version="1.0" encoding="utf-8"?>
<p:tagLst xmlns:p="http://schemas.openxmlformats.org/presentationml/2006/main">
  <p:tag name="KSO_WM_DIAGRAM_VIRTUALLY_FRAME" val="{&quot;height&quot;:301.68,&quot;left&quot;:432,&quot;top&quot;:82.8,&quot;width&quot;:270}"/>
</p:tagLst>
</file>

<file path=ppt/tags/tag31.xml><?xml version="1.0" encoding="utf-8"?>
<p:tagLst xmlns:p="http://schemas.openxmlformats.org/presentationml/2006/main">
  <p:tag name="KSO_WM_DIAGRAM_VIRTUALLY_FRAME" val="{&quot;height&quot;:301.68,&quot;left&quot;:432,&quot;top&quot;:82.8,&quot;width&quot;:270}"/>
</p:tagLst>
</file>

<file path=ppt/tags/tag32.xml><?xml version="1.0" encoding="utf-8"?>
<p:tagLst xmlns:p="http://schemas.openxmlformats.org/presentationml/2006/main">
  <p:tag name="KSO_WM_DIAGRAM_VIRTUALLY_FRAME" val="{&quot;height&quot;:301.68,&quot;left&quot;:432,&quot;top&quot;:82.8,&quot;width&quot;:270}"/>
</p:tagLst>
</file>

<file path=ppt/tags/tag33.xml><?xml version="1.0" encoding="utf-8"?>
<p:tagLst xmlns:p="http://schemas.openxmlformats.org/presentationml/2006/main">
  <p:tag name="KSO_WM_DIAGRAM_VIRTUALLY_FRAME" val="{&quot;height&quot;:301.68,&quot;left&quot;:432,&quot;top&quot;:82.8,&quot;width&quot;:270}"/>
</p:tagLst>
</file>

<file path=ppt/tags/tag34.xml><?xml version="1.0" encoding="utf-8"?>
<p:tagLst xmlns:p="http://schemas.openxmlformats.org/presentationml/2006/main">
  <p:tag name="KSO_WM_DIAGRAM_VIRTUALLY_FRAME" val="{&quot;height&quot;:301.68,&quot;left&quot;:432,&quot;top&quot;:82.8,&quot;width&quot;:270}"/>
</p:tagLst>
</file>

<file path=ppt/theme/theme1.xml><?xml version="1.0" encoding="utf-8"?>
<a:theme xmlns:a="http://schemas.openxmlformats.org/drawingml/2006/main"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11149</Words>
  <Application>WPS Presentation</Application>
  <PresentationFormat/>
  <Paragraphs>550</Paragraphs>
  <Slides>24</Slides>
  <Notes>0</Notes>
  <HiddenSlides>0</HiddenSlides>
  <MMClips>0</MMClips>
  <ScaleCrop>false</ScaleCrop>
  <HeadingPairs>
    <vt:vector size="6" baseType="variant">
      <vt:variant>
        <vt:lpstr>已用的字体</vt:lpstr>
      </vt:variant>
      <vt:variant>
        <vt:i4>14</vt:i4>
      </vt:variant>
      <vt:variant>
        <vt:lpstr>主题</vt:lpstr>
      </vt:variant>
      <vt:variant>
        <vt:i4>1</vt:i4>
      </vt:variant>
      <vt:variant>
        <vt:lpstr>幻灯片标题</vt:lpstr>
      </vt:variant>
      <vt:variant>
        <vt:i4>24</vt:i4>
      </vt:variant>
    </vt:vector>
  </HeadingPairs>
  <TitlesOfParts>
    <vt:vector size="39" baseType="lpstr">
      <vt:lpstr>Arial</vt:lpstr>
      <vt:lpstr>SimSun</vt:lpstr>
      <vt:lpstr>Wingdings</vt:lpstr>
      <vt:lpstr>Arial</vt:lpstr>
      <vt:lpstr>Calibri</vt:lpstr>
      <vt:lpstr>Montserrat</vt:lpstr>
      <vt:lpstr>Montserrat</vt:lpstr>
      <vt:lpstr>Courier New</vt:lpstr>
      <vt:lpstr>Courier New</vt:lpstr>
      <vt:lpstr>Calibri</vt:lpstr>
      <vt:lpstr>Calibri</vt:lpstr>
      <vt:lpstr>Calibri</vt:lpstr>
      <vt:lpstr>Microsoft YaHei</vt:lpstr>
      <vt:lpstr>Arial Unicode MS</vt:lpstr>
      <vt:lpstr>Office Theme</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vector>
  </TitlesOfParts>
  <LinksUpToDate>false</LinksUpToDate>
  <SharedDoc>false</SharedDoc>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
  <cp:lastModifiedBy>Shraddha Tewari</cp:lastModifiedBy>
  <cp:revision>18</cp:revision>
  <dcterms:created xsi:type="dcterms:W3CDTF">2026-04-02T09:52:00Z</dcterms:created>
  <dcterms:modified xsi:type="dcterms:W3CDTF">2026-04-22T10:13:39Z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ICV">
    <vt:lpwstr>3C342CFD3EBA4924B2BE0F1A161015C3_13</vt:lpwstr>
  </property>
  <property fmtid="{D5CDD505-2E9C-101B-9397-08002B2CF9AE}" pid="3" name="KSOProductBuildVer">
    <vt:lpwstr>1033-12.2.0.23196</vt:lpwstr>
  </property>
</Properties>
</file>